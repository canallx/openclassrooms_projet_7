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74" r:id="rId5"/>
    <p:sldId id="275" r:id="rId6"/>
    <p:sldId id="277" r:id="rId7"/>
    <p:sldId id="278" r:id="rId8"/>
    <p:sldId id="273" r:id="rId9"/>
    <p:sldId id="262" r:id="rId10"/>
    <p:sldId id="272" r:id="rId11"/>
    <p:sldId id="263" r:id="rId12"/>
    <p:sldId id="281" r:id="rId13"/>
    <p:sldId id="259" r:id="rId14"/>
    <p:sldId id="264" r:id="rId15"/>
    <p:sldId id="266" r:id="rId16"/>
    <p:sldId id="265" r:id="rId17"/>
    <p:sldId id="260" r:id="rId18"/>
    <p:sldId id="267" r:id="rId19"/>
    <p:sldId id="268" r:id="rId20"/>
    <p:sldId id="261" r:id="rId21"/>
    <p:sldId id="269" r:id="rId22"/>
    <p:sldId id="279" r:id="rId23"/>
    <p:sldId id="280" r:id="rId24"/>
    <p:sldId id="271" r:id="rId25"/>
    <p:sldId id="270" r:id="rId26"/>
    <p:sldId id="276" r:id="rId2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DA6DD9-EF43-4322-B3DB-8809AD52F4AD}" v="9" dt="2026-07-24T07:59:33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78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an C" userId="b54da68ff4467631" providerId="LiveId" clId="{23A940F1-AEF2-453C-8230-C6DDA45941EA}"/>
    <pc:docChg chg="undo custSel addSld delSld modSld sldOrd">
      <pc:chgData name="Allan C" userId="b54da68ff4467631" providerId="LiveId" clId="{23A940F1-AEF2-453C-8230-C6DDA45941EA}" dt="2026-07-24T08:16:59.012" v="3549" actId="1076"/>
      <pc:docMkLst>
        <pc:docMk/>
      </pc:docMkLst>
      <pc:sldChg chg="addSp delSp modSp new mod setBg">
        <pc:chgData name="Allan C" userId="b54da68ff4467631" providerId="LiveId" clId="{23A940F1-AEF2-453C-8230-C6DDA45941EA}" dt="2026-07-24T07:47:13.845" v="3427" actId="20577"/>
        <pc:sldMkLst>
          <pc:docMk/>
          <pc:sldMk cId="1756319721" sldId="257"/>
        </pc:sldMkLst>
        <pc:spChg chg="add mod">
          <ac:chgData name="Allan C" userId="b54da68ff4467631" providerId="LiveId" clId="{23A940F1-AEF2-453C-8230-C6DDA45941EA}" dt="2026-07-24T07:47:13.845" v="3427" actId="20577"/>
          <ac:spMkLst>
            <pc:docMk/>
            <pc:sldMk cId="1756319721" sldId="257"/>
            <ac:spMk id="21" creationId="{0D550E97-205A-D00F-3140-D4E8CEE6AA3D}"/>
          </ac:spMkLst>
        </pc:spChg>
      </pc:sldChg>
      <pc:sldChg chg="modSp mod">
        <pc:chgData name="Allan C" userId="b54da68ff4467631" providerId="LiveId" clId="{23A940F1-AEF2-453C-8230-C6DDA45941EA}" dt="2026-07-19T13:03:06.064" v="700" actId="113"/>
        <pc:sldMkLst>
          <pc:docMk/>
          <pc:sldMk cId="2779672764" sldId="258"/>
        </pc:sldMkLst>
        <pc:spChg chg="mod">
          <ac:chgData name="Allan C" userId="b54da68ff4467631" providerId="LiveId" clId="{23A940F1-AEF2-453C-8230-C6DDA45941EA}" dt="2026-07-19T13:03:06.064" v="700" actId="113"/>
          <ac:spMkLst>
            <pc:docMk/>
            <pc:sldMk cId="2779672764" sldId="258"/>
            <ac:spMk id="2" creationId="{30C86AEC-8E79-2C88-8818-54BEB6334691}"/>
          </ac:spMkLst>
        </pc:spChg>
      </pc:sldChg>
      <pc:sldChg chg="modSp mod">
        <pc:chgData name="Allan C" userId="b54da68ff4467631" providerId="LiveId" clId="{23A940F1-AEF2-453C-8230-C6DDA45941EA}" dt="2026-07-24T07:47:24.168" v="3434" actId="20577"/>
        <pc:sldMkLst>
          <pc:docMk/>
          <pc:sldMk cId="3246756933" sldId="259"/>
        </pc:sldMkLst>
        <pc:spChg chg="mod">
          <ac:chgData name="Allan C" userId="b54da68ff4467631" providerId="LiveId" clId="{23A940F1-AEF2-453C-8230-C6DDA45941EA}" dt="2026-07-24T07:47:24.168" v="3434" actId="20577"/>
          <ac:spMkLst>
            <pc:docMk/>
            <pc:sldMk cId="3246756933" sldId="259"/>
            <ac:spMk id="2" creationId="{2E390768-A73B-BB7D-8548-D537EF290429}"/>
          </ac:spMkLst>
        </pc:spChg>
      </pc:sldChg>
      <pc:sldChg chg="modSp mod">
        <pc:chgData name="Allan C" userId="b54da68ff4467631" providerId="LiveId" clId="{23A940F1-AEF2-453C-8230-C6DDA45941EA}" dt="2026-07-19T13:04:32.631" v="732"/>
        <pc:sldMkLst>
          <pc:docMk/>
          <pc:sldMk cId="2728533417" sldId="261"/>
        </pc:sldMkLst>
        <pc:spChg chg="mod">
          <ac:chgData name="Allan C" userId="b54da68ff4467631" providerId="LiveId" clId="{23A940F1-AEF2-453C-8230-C6DDA45941EA}" dt="2026-07-19T13:04:32.631" v="732"/>
          <ac:spMkLst>
            <pc:docMk/>
            <pc:sldMk cId="2728533417" sldId="261"/>
            <ac:spMk id="2" creationId="{6EC16232-AC4E-4488-D591-3E3CF631B0FA}"/>
          </ac:spMkLst>
        </pc:spChg>
      </pc:sldChg>
      <pc:sldChg chg="addSp modSp mod">
        <pc:chgData name="Allan C" userId="b54da68ff4467631" providerId="LiveId" clId="{23A940F1-AEF2-453C-8230-C6DDA45941EA}" dt="2026-07-23T09:50:45.797" v="2984" actId="6549"/>
        <pc:sldMkLst>
          <pc:docMk/>
          <pc:sldMk cId="4141653389" sldId="263"/>
        </pc:sldMkLst>
        <pc:spChg chg="mod">
          <ac:chgData name="Allan C" userId="b54da68ff4467631" providerId="LiveId" clId="{23A940F1-AEF2-453C-8230-C6DDA45941EA}" dt="2026-07-23T09:49:41.364" v="2918" actId="1076"/>
          <ac:spMkLst>
            <pc:docMk/>
            <pc:sldMk cId="4141653389" sldId="263"/>
            <ac:spMk id="2" creationId="{CCD97332-DCDC-FCB3-6AFF-B06969754647}"/>
          </ac:spMkLst>
        </pc:spChg>
        <pc:spChg chg="add mod">
          <ac:chgData name="Allan C" userId="b54da68ff4467631" providerId="LiveId" clId="{23A940F1-AEF2-453C-8230-C6DDA45941EA}" dt="2026-07-23T09:50:33.341" v="2970" actId="20577"/>
          <ac:spMkLst>
            <pc:docMk/>
            <pc:sldMk cId="4141653389" sldId="263"/>
            <ac:spMk id="4" creationId="{0CAD35B1-885D-1742-72BA-D6F47AFBBC49}"/>
          </ac:spMkLst>
        </pc:spChg>
        <pc:spChg chg="add mod">
          <ac:chgData name="Allan C" userId="b54da68ff4467631" providerId="LiveId" clId="{23A940F1-AEF2-453C-8230-C6DDA45941EA}" dt="2026-07-23T09:50:45.797" v="2984" actId="6549"/>
          <ac:spMkLst>
            <pc:docMk/>
            <pc:sldMk cId="4141653389" sldId="263"/>
            <ac:spMk id="6" creationId="{59D548C5-AB9F-5CAB-3662-53D3C75D4C2B}"/>
          </ac:spMkLst>
        </pc:spChg>
      </pc:sldChg>
      <pc:sldChg chg="addSp delSp modSp mod">
        <pc:chgData name="Allan C" userId="b54da68ff4467631" providerId="LiveId" clId="{23A940F1-AEF2-453C-8230-C6DDA45941EA}" dt="2026-07-23T09:56:26.028" v="3278" actId="20577"/>
        <pc:sldMkLst>
          <pc:docMk/>
          <pc:sldMk cId="4201792931" sldId="264"/>
        </pc:sldMkLst>
        <pc:spChg chg="mod">
          <ac:chgData name="Allan C" userId="b54da68ff4467631" providerId="LiveId" clId="{23A940F1-AEF2-453C-8230-C6DDA45941EA}" dt="2026-07-21T22:17:13.205" v="2690" actId="20577"/>
          <ac:spMkLst>
            <pc:docMk/>
            <pc:sldMk cId="4201792931" sldId="264"/>
            <ac:spMk id="2" creationId="{2DD1841A-32EB-CBFE-67E7-381CAE0DB281}"/>
          </ac:spMkLst>
        </pc:spChg>
        <pc:spChg chg="add mod">
          <ac:chgData name="Allan C" userId="b54da68ff4467631" providerId="LiveId" clId="{23A940F1-AEF2-453C-8230-C6DDA45941EA}" dt="2026-07-23T09:56:26.028" v="3278" actId="20577"/>
          <ac:spMkLst>
            <pc:docMk/>
            <pc:sldMk cId="4201792931" sldId="264"/>
            <ac:spMk id="3" creationId="{E14F5E96-DBC1-E57F-7DF2-9E5F6FC650ED}"/>
          </ac:spMkLst>
        </pc:spChg>
      </pc:sldChg>
      <pc:sldChg chg="addSp delSp modSp mod">
        <pc:chgData name="Allan C" userId="b54da68ff4467631" providerId="LiveId" clId="{23A940F1-AEF2-453C-8230-C6DDA45941EA}" dt="2026-07-23T09:58:40.411" v="3415" actId="1076"/>
        <pc:sldMkLst>
          <pc:docMk/>
          <pc:sldMk cId="3443553828" sldId="265"/>
        </pc:sldMkLst>
        <pc:spChg chg="mod">
          <ac:chgData name="Allan C" userId="b54da68ff4467631" providerId="LiveId" clId="{23A940F1-AEF2-453C-8230-C6DDA45941EA}" dt="2026-07-23T09:56:53.685" v="3289" actId="1076"/>
          <ac:spMkLst>
            <pc:docMk/>
            <pc:sldMk cId="3443553828" sldId="265"/>
            <ac:spMk id="2" creationId="{86E24DF5-4DE6-7935-94D5-A32D1BDFAC2A}"/>
          </ac:spMkLst>
        </pc:spChg>
        <pc:spChg chg="add mod">
          <ac:chgData name="Allan C" userId="b54da68ff4467631" providerId="LiveId" clId="{23A940F1-AEF2-453C-8230-C6DDA45941EA}" dt="2026-07-23T09:58:40.411" v="3415" actId="1076"/>
          <ac:spMkLst>
            <pc:docMk/>
            <pc:sldMk cId="3443553828" sldId="265"/>
            <ac:spMk id="4" creationId="{68FB60F8-2820-8B68-9DD4-AD0306F3C1A0}"/>
          </ac:spMkLst>
        </pc:spChg>
        <pc:picChg chg="add">
          <ac:chgData name="Allan C" userId="b54da68ff4467631" providerId="LiveId" clId="{23A940F1-AEF2-453C-8230-C6DDA45941EA}" dt="2026-07-22T22:15:06.664" v="2768" actId="22"/>
          <ac:picMkLst>
            <pc:docMk/>
            <pc:sldMk cId="3443553828" sldId="265"/>
            <ac:picMk id="5" creationId="{599D863D-178E-168F-E65A-A22D1CD9ABD3}"/>
          </ac:picMkLst>
        </pc:picChg>
      </pc:sldChg>
      <pc:sldChg chg="addSp delSp modSp mod">
        <pc:chgData name="Allan C" userId="b54da68ff4467631" providerId="LiveId" clId="{23A940F1-AEF2-453C-8230-C6DDA45941EA}" dt="2026-07-24T07:47:34.010" v="3435" actId="313"/>
        <pc:sldMkLst>
          <pc:docMk/>
          <pc:sldMk cId="3633802181" sldId="266"/>
        </pc:sldMkLst>
        <pc:spChg chg="mod">
          <ac:chgData name="Allan C" userId="b54da68ff4467631" providerId="LiveId" clId="{23A940F1-AEF2-453C-8230-C6DDA45941EA}" dt="2026-07-21T22:09:55.507" v="2670" actId="1076"/>
          <ac:spMkLst>
            <pc:docMk/>
            <pc:sldMk cId="3633802181" sldId="266"/>
            <ac:spMk id="2" creationId="{D0E252B7-16E1-80EA-F2AA-0D023B574C41}"/>
          </ac:spMkLst>
        </pc:spChg>
        <pc:spChg chg="add mod">
          <ac:chgData name="Allan C" userId="b54da68ff4467631" providerId="LiveId" clId="{23A940F1-AEF2-453C-8230-C6DDA45941EA}" dt="2026-07-24T07:47:34.010" v="3435" actId="313"/>
          <ac:spMkLst>
            <pc:docMk/>
            <pc:sldMk cId="3633802181" sldId="266"/>
            <ac:spMk id="10" creationId="{17A9F2B4-B320-D4D7-CC7C-0643C21A952A}"/>
          </ac:spMkLst>
        </pc:spChg>
        <pc:spChg chg="add mod">
          <ac:chgData name="Allan C" userId="b54da68ff4467631" providerId="LiveId" clId="{23A940F1-AEF2-453C-8230-C6DDA45941EA}" dt="2026-07-23T09:56:34.475" v="3279" actId="313"/>
          <ac:spMkLst>
            <pc:docMk/>
            <pc:sldMk cId="3633802181" sldId="266"/>
            <ac:spMk id="13" creationId="{7C8A77C6-23A0-0672-7A3C-8474DE0E0DA5}"/>
          </ac:spMkLst>
        </pc:spChg>
        <pc:picChg chg="add mod">
          <ac:chgData name="Allan C" userId="b54da68ff4467631" providerId="LiveId" clId="{23A940F1-AEF2-453C-8230-C6DDA45941EA}" dt="2026-07-21T22:17:19.171" v="2691" actId="1076"/>
          <ac:picMkLst>
            <pc:docMk/>
            <pc:sldMk cId="3633802181" sldId="266"/>
            <ac:picMk id="8" creationId="{ED5B6FCB-1B82-5F20-F648-24B7BCEBBEFF}"/>
          </ac:picMkLst>
        </pc:picChg>
      </pc:sldChg>
      <pc:sldChg chg="addSp delSp modSp mod">
        <pc:chgData name="Allan C" userId="b54da68ff4467631" providerId="LiveId" clId="{23A940F1-AEF2-453C-8230-C6DDA45941EA}" dt="2026-07-24T08:16:59.012" v="3549" actId="1076"/>
        <pc:sldMkLst>
          <pc:docMk/>
          <pc:sldMk cId="986724425" sldId="267"/>
        </pc:sldMkLst>
        <pc:spChg chg="mod">
          <ac:chgData name="Allan C" userId="b54da68ff4467631" providerId="LiveId" clId="{23A940F1-AEF2-453C-8230-C6DDA45941EA}" dt="2026-07-19T13:44:26.307" v="1886" actId="1076"/>
          <ac:spMkLst>
            <pc:docMk/>
            <pc:sldMk cId="986724425" sldId="267"/>
            <ac:spMk id="2" creationId="{A638B720-16F5-FA03-43BF-85658CCC3957}"/>
          </ac:spMkLst>
        </pc:spChg>
        <pc:spChg chg="add mod">
          <ac:chgData name="Allan C" userId="b54da68ff4467631" providerId="LiveId" clId="{23A940F1-AEF2-453C-8230-C6DDA45941EA}" dt="2026-07-19T13:45:22.891" v="1915" actId="20577"/>
          <ac:spMkLst>
            <pc:docMk/>
            <pc:sldMk cId="986724425" sldId="267"/>
            <ac:spMk id="4" creationId="{8C0D3AF8-CB11-A929-526E-DEECF7296150}"/>
          </ac:spMkLst>
        </pc:spChg>
        <pc:picChg chg="add mod">
          <ac:chgData name="Allan C" userId="b54da68ff4467631" providerId="LiveId" clId="{23A940F1-AEF2-453C-8230-C6DDA45941EA}" dt="2026-07-24T08:16:59.012" v="3549" actId="1076"/>
          <ac:picMkLst>
            <pc:docMk/>
            <pc:sldMk cId="986724425" sldId="267"/>
            <ac:picMk id="6" creationId="{079ED69E-4763-A4AC-0CAF-F3AE243A80F2}"/>
          </ac:picMkLst>
        </pc:picChg>
        <pc:picChg chg="add del mod">
          <ac:chgData name="Allan C" userId="b54da68ff4467631" providerId="LiveId" clId="{23A940F1-AEF2-453C-8230-C6DDA45941EA}" dt="2026-07-24T08:16:55.390" v="3547" actId="478"/>
          <ac:picMkLst>
            <pc:docMk/>
            <pc:sldMk cId="986724425" sldId="267"/>
            <ac:picMk id="8" creationId="{DB512E46-DCE8-D99A-E49F-A7E3D3E5E0F9}"/>
          </ac:picMkLst>
        </pc:picChg>
      </pc:sldChg>
      <pc:sldChg chg="addSp modSp mod">
        <pc:chgData name="Allan C" userId="b54da68ff4467631" providerId="LiveId" clId="{23A940F1-AEF2-453C-8230-C6DDA45941EA}" dt="2026-07-19T14:06:49.254" v="1962" actId="1076"/>
        <pc:sldMkLst>
          <pc:docMk/>
          <pc:sldMk cId="868871088" sldId="268"/>
        </pc:sldMkLst>
        <pc:spChg chg="mod">
          <ac:chgData name="Allan C" userId="b54da68ff4467631" providerId="LiveId" clId="{23A940F1-AEF2-453C-8230-C6DDA45941EA}" dt="2026-07-19T14:01:16.771" v="1935" actId="20577"/>
          <ac:spMkLst>
            <pc:docMk/>
            <pc:sldMk cId="868871088" sldId="268"/>
            <ac:spMk id="2" creationId="{CE7D10AA-2E86-C062-3B65-3600234B80DE}"/>
          </ac:spMkLst>
        </pc:spChg>
        <pc:spChg chg="add mod">
          <ac:chgData name="Allan C" userId="b54da68ff4467631" providerId="LiveId" clId="{23A940F1-AEF2-453C-8230-C6DDA45941EA}" dt="2026-07-19T14:01:24.614" v="1945" actId="20577"/>
          <ac:spMkLst>
            <pc:docMk/>
            <pc:sldMk cId="868871088" sldId="268"/>
            <ac:spMk id="4" creationId="{A7C2EB45-8B89-E394-7C7E-DEC4146DC204}"/>
          </ac:spMkLst>
        </pc:spChg>
        <pc:picChg chg="add mod">
          <ac:chgData name="Allan C" userId="b54da68ff4467631" providerId="LiveId" clId="{23A940F1-AEF2-453C-8230-C6DDA45941EA}" dt="2026-07-19T14:06:49.254" v="1962" actId="1076"/>
          <ac:picMkLst>
            <pc:docMk/>
            <pc:sldMk cId="868871088" sldId="268"/>
            <ac:picMk id="6" creationId="{BB3435C6-E786-E507-CD99-F3F4C88E2163}"/>
          </ac:picMkLst>
        </pc:picChg>
      </pc:sldChg>
      <pc:sldChg chg="addSp delSp mod">
        <pc:chgData name="Allan C" userId="b54da68ff4467631" providerId="LiveId" clId="{23A940F1-AEF2-453C-8230-C6DDA45941EA}" dt="2026-07-19T16:19:28.520" v="2339" actId="21"/>
        <pc:sldMkLst>
          <pc:docMk/>
          <pc:sldMk cId="2494566751" sldId="269"/>
        </pc:sldMkLst>
      </pc:sldChg>
      <pc:sldChg chg="addSp delSp modSp mod">
        <pc:chgData name="Allan C" userId="b54da68ff4467631" providerId="LiveId" clId="{23A940F1-AEF2-453C-8230-C6DDA45941EA}" dt="2026-07-19T16:25:15.547" v="2619" actId="313"/>
        <pc:sldMkLst>
          <pc:docMk/>
          <pc:sldMk cId="579652228" sldId="270"/>
        </pc:sldMkLst>
        <pc:spChg chg="mod">
          <ac:chgData name="Allan C" userId="b54da68ff4467631" providerId="LiveId" clId="{23A940F1-AEF2-453C-8230-C6DDA45941EA}" dt="2026-07-19T14:11:09.408" v="2035" actId="1076"/>
          <ac:spMkLst>
            <pc:docMk/>
            <pc:sldMk cId="579652228" sldId="270"/>
            <ac:spMk id="2" creationId="{E870173A-C5C8-B421-BDC9-06E42BDD577A}"/>
          </ac:spMkLst>
        </pc:spChg>
        <pc:spChg chg="add mod">
          <ac:chgData name="Allan C" userId="b54da68ff4467631" providerId="LiveId" clId="{23A940F1-AEF2-453C-8230-C6DDA45941EA}" dt="2026-07-19T16:24:22.382" v="2550" actId="20577"/>
          <ac:spMkLst>
            <pc:docMk/>
            <pc:sldMk cId="579652228" sldId="270"/>
            <ac:spMk id="8" creationId="{EBAA42D4-1BE5-5097-AA0D-553BACCBFDB0}"/>
          </ac:spMkLst>
        </pc:spChg>
        <pc:spChg chg="add mod">
          <ac:chgData name="Allan C" userId="b54da68ff4467631" providerId="LiveId" clId="{23A940F1-AEF2-453C-8230-C6DDA45941EA}" dt="2026-07-19T16:24:37.905" v="2581" actId="20577"/>
          <ac:spMkLst>
            <pc:docMk/>
            <pc:sldMk cId="579652228" sldId="270"/>
            <ac:spMk id="14" creationId="{952D0945-30BC-0BB3-F872-585C28526054}"/>
          </ac:spMkLst>
        </pc:spChg>
        <pc:spChg chg="add mod">
          <ac:chgData name="Allan C" userId="b54da68ff4467631" providerId="LiveId" clId="{23A940F1-AEF2-453C-8230-C6DDA45941EA}" dt="2026-07-19T16:25:15.547" v="2619" actId="313"/>
          <ac:spMkLst>
            <pc:docMk/>
            <pc:sldMk cId="579652228" sldId="270"/>
            <ac:spMk id="16" creationId="{F09A67BE-17C7-A27B-F993-61B860381AC0}"/>
          </ac:spMkLst>
        </pc:spChg>
        <pc:picChg chg="add mod">
          <ac:chgData name="Allan C" userId="b54da68ff4467631" providerId="LiveId" clId="{23A940F1-AEF2-453C-8230-C6DDA45941EA}" dt="2026-07-19T16:19:59.598" v="2347" actId="1076"/>
          <ac:picMkLst>
            <pc:docMk/>
            <pc:sldMk cId="579652228" sldId="270"/>
            <ac:picMk id="4" creationId="{8D0259A2-AE68-2D7B-BEC2-C63501CF035E}"/>
          </ac:picMkLst>
        </pc:picChg>
        <pc:picChg chg="add mod">
          <ac:chgData name="Allan C" userId="b54da68ff4467631" providerId="LiveId" clId="{23A940F1-AEF2-453C-8230-C6DDA45941EA}" dt="2026-07-19T16:25:03.898" v="2585" actId="1076"/>
          <ac:picMkLst>
            <pc:docMk/>
            <pc:sldMk cId="579652228" sldId="270"/>
            <ac:picMk id="10" creationId="{C5324928-32B3-811D-5511-0C79539F9F25}"/>
          </ac:picMkLst>
        </pc:picChg>
        <pc:picChg chg="add mod">
          <ac:chgData name="Allan C" userId="b54da68ff4467631" providerId="LiveId" clId="{23A940F1-AEF2-453C-8230-C6DDA45941EA}" dt="2026-07-19T16:25:03.898" v="2585" actId="1076"/>
          <ac:picMkLst>
            <pc:docMk/>
            <pc:sldMk cId="579652228" sldId="270"/>
            <ac:picMk id="12" creationId="{87CA8700-98F2-C36F-BE1E-967ED8A78A26}"/>
          </ac:picMkLst>
        </pc:picChg>
      </pc:sldChg>
      <pc:sldChg chg="addSp delSp modSp mod">
        <pc:chgData name="Allan C" userId="b54da68ff4467631" providerId="LiveId" clId="{23A940F1-AEF2-453C-8230-C6DDA45941EA}" dt="2026-07-21T21:15:57.251" v="2638" actId="1076"/>
        <pc:sldMkLst>
          <pc:docMk/>
          <pc:sldMk cId="237805025" sldId="271"/>
        </pc:sldMkLst>
        <pc:spChg chg="mod">
          <ac:chgData name="Allan C" userId="b54da68ff4467631" providerId="LiveId" clId="{23A940F1-AEF2-453C-8230-C6DDA45941EA}" dt="2026-07-19T14:08:07.540" v="2032" actId="1076"/>
          <ac:spMkLst>
            <pc:docMk/>
            <pc:sldMk cId="237805025" sldId="271"/>
            <ac:spMk id="2" creationId="{3ABA204D-8037-B15C-9FC9-7B38F19E330A}"/>
          </ac:spMkLst>
        </pc:spChg>
        <pc:spChg chg="add mod">
          <ac:chgData name="Allan C" userId="b54da68ff4467631" providerId="LiveId" clId="{23A940F1-AEF2-453C-8230-C6DDA45941EA}" dt="2026-07-19T16:18:17.683" v="2333" actId="20577"/>
          <ac:spMkLst>
            <pc:docMk/>
            <pc:sldMk cId="237805025" sldId="271"/>
            <ac:spMk id="8" creationId="{9793396F-4705-0B60-F250-B52970A76F87}"/>
          </ac:spMkLst>
        </pc:spChg>
        <pc:picChg chg="add mod">
          <ac:chgData name="Allan C" userId="b54da68ff4467631" providerId="LiveId" clId="{23A940F1-AEF2-453C-8230-C6DDA45941EA}" dt="2026-07-21T21:15:49.887" v="2635" actId="1076"/>
          <ac:picMkLst>
            <pc:docMk/>
            <pc:sldMk cId="237805025" sldId="271"/>
            <ac:picMk id="10" creationId="{9BAE589C-ADCE-7F94-DFE9-25F784F49015}"/>
          </ac:picMkLst>
        </pc:picChg>
        <pc:picChg chg="add mod">
          <ac:chgData name="Allan C" userId="b54da68ff4467631" providerId="LiveId" clId="{23A940F1-AEF2-453C-8230-C6DDA45941EA}" dt="2026-07-19T16:19:46.303" v="2344" actId="1076"/>
          <ac:picMkLst>
            <pc:docMk/>
            <pc:sldMk cId="237805025" sldId="271"/>
            <ac:picMk id="12" creationId="{971CEE78-F228-2B08-02A1-9CCC1508E4D4}"/>
          </ac:picMkLst>
        </pc:picChg>
        <pc:picChg chg="add mod modCrop">
          <ac:chgData name="Allan C" userId="b54da68ff4467631" providerId="LiveId" clId="{23A940F1-AEF2-453C-8230-C6DDA45941EA}" dt="2026-07-21T21:15:57.251" v="2638" actId="1076"/>
          <ac:picMkLst>
            <pc:docMk/>
            <pc:sldMk cId="237805025" sldId="271"/>
            <ac:picMk id="14" creationId="{66477BE1-B3A4-4593-C4E3-711A98217086}"/>
          </ac:picMkLst>
        </pc:picChg>
      </pc:sldChg>
      <pc:sldChg chg="addSp delSp modSp mod">
        <pc:chgData name="Allan C" userId="b54da68ff4467631" providerId="LiveId" clId="{23A940F1-AEF2-453C-8230-C6DDA45941EA}" dt="2026-07-23T09:45:36.244" v="2904" actId="20577"/>
        <pc:sldMkLst>
          <pc:docMk/>
          <pc:sldMk cId="1153550854" sldId="272"/>
        </pc:sldMkLst>
        <pc:spChg chg="add mod">
          <ac:chgData name="Allan C" userId="b54da68ff4467631" providerId="LiveId" clId="{23A940F1-AEF2-453C-8230-C6DDA45941EA}" dt="2026-07-23T09:45:07.521" v="2859" actId="20577"/>
          <ac:spMkLst>
            <pc:docMk/>
            <pc:sldMk cId="1153550854" sldId="272"/>
            <ac:spMk id="4" creationId="{70993C0D-B6AB-015C-BF2E-E42864024FA1}"/>
          </ac:spMkLst>
        </pc:spChg>
        <pc:spChg chg="add mod">
          <ac:chgData name="Allan C" userId="b54da68ff4467631" providerId="LiveId" clId="{23A940F1-AEF2-453C-8230-C6DDA45941EA}" dt="2026-07-23T09:45:36.244" v="2904" actId="20577"/>
          <ac:spMkLst>
            <pc:docMk/>
            <pc:sldMk cId="1153550854" sldId="272"/>
            <ac:spMk id="5" creationId="{0DB08F7C-96B6-5E84-5D7B-6556E657F41C}"/>
          </ac:spMkLst>
        </pc:spChg>
        <pc:spChg chg="add del mod">
          <ac:chgData name="Allan C" userId="b54da68ff4467631" providerId="LiveId" clId="{23A940F1-AEF2-453C-8230-C6DDA45941EA}" dt="2026-07-23T09:45:09.862" v="2861"/>
          <ac:spMkLst>
            <pc:docMk/>
            <pc:sldMk cId="1153550854" sldId="272"/>
            <ac:spMk id="6" creationId="{54660198-B86F-29E6-2544-F76C5C548BCA}"/>
          </ac:spMkLst>
        </pc:spChg>
      </pc:sldChg>
      <pc:sldChg chg="add">
        <pc:chgData name="Allan C" userId="b54da68ff4467631" providerId="LiveId" clId="{23A940F1-AEF2-453C-8230-C6DDA45941EA}" dt="2026-07-19T13:02:46.255" v="696" actId="2890"/>
        <pc:sldMkLst>
          <pc:docMk/>
          <pc:sldMk cId="1769815390" sldId="273"/>
        </pc:sldMkLst>
      </pc:sldChg>
      <pc:sldChg chg="addSp modSp add mod ord">
        <pc:chgData name="Allan C" userId="b54da68ff4467631" providerId="LiveId" clId="{23A940F1-AEF2-453C-8230-C6DDA45941EA}" dt="2026-07-19T13:14:49.669" v="933" actId="1076"/>
        <pc:sldMkLst>
          <pc:docMk/>
          <pc:sldMk cId="807726895" sldId="274"/>
        </pc:sldMkLst>
        <pc:spChg chg="mod">
          <ac:chgData name="Allan C" userId="b54da68ff4467631" providerId="LiveId" clId="{23A940F1-AEF2-453C-8230-C6DDA45941EA}" dt="2026-07-19T13:14:49.669" v="933" actId="1076"/>
          <ac:spMkLst>
            <pc:docMk/>
            <pc:sldMk cId="807726895" sldId="274"/>
            <ac:spMk id="2" creationId="{ECF769F8-2189-A896-C835-E9C8D8BCED0C}"/>
          </ac:spMkLst>
        </pc:spChg>
        <pc:spChg chg="add mod">
          <ac:chgData name="Allan C" userId="b54da68ff4467631" providerId="LiveId" clId="{23A940F1-AEF2-453C-8230-C6DDA45941EA}" dt="2026-07-19T13:14:44.551" v="932" actId="1076"/>
          <ac:spMkLst>
            <pc:docMk/>
            <pc:sldMk cId="807726895" sldId="274"/>
            <ac:spMk id="3" creationId="{0C510FEF-F967-BF23-B78D-AFAE6E643882}"/>
          </ac:spMkLst>
        </pc:spChg>
        <pc:spChg chg="add mod">
          <ac:chgData name="Allan C" userId="b54da68ff4467631" providerId="LiveId" clId="{23A940F1-AEF2-453C-8230-C6DDA45941EA}" dt="2026-07-19T13:14:28.644" v="928" actId="114"/>
          <ac:spMkLst>
            <pc:docMk/>
            <pc:sldMk cId="807726895" sldId="274"/>
            <ac:spMk id="7" creationId="{858AA982-FF28-7F99-7F18-259A940FEE56}"/>
          </ac:spMkLst>
        </pc:spChg>
        <pc:picChg chg="add mod">
          <ac:chgData name="Allan C" userId="b54da68ff4467631" providerId="LiveId" clId="{23A940F1-AEF2-453C-8230-C6DDA45941EA}" dt="2026-07-19T13:12:41.684" v="792" actId="1076"/>
          <ac:picMkLst>
            <pc:docMk/>
            <pc:sldMk cId="807726895" sldId="274"/>
            <ac:picMk id="5" creationId="{85EAF78C-FD38-51B1-8297-D0E628EE71FC}"/>
          </ac:picMkLst>
        </pc:picChg>
      </pc:sldChg>
      <pc:sldChg chg="modSp add mod">
        <pc:chgData name="Allan C" userId="b54da68ff4467631" providerId="LiveId" clId="{23A940F1-AEF2-453C-8230-C6DDA45941EA}" dt="2026-07-19T13:14:59.318" v="937" actId="14100"/>
        <pc:sldMkLst>
          <pc:docMk/>
          <pc:sldMk cId="1853716974" sldId="275"/>
        </pc:sldMkLst>
        <pc:spChg chg="mod">
          <ac:chgData name="Allan C" userId="b54da68ff4467631" providerId="LiveId" clId="{23A940F1-AEF2-453C-8230-C6DDA45941EA}" dt="2026-07-19T13:14:59.318" v="937" actId="14100"/>
          <ac:spMkLst>
            <pc:docMk/>
            <pc:sldMk cId="1853716974" sldId="275"/>
            <ac:spMk id="2" creationId="{8BF22B5F-7DFF-5E47-252F-18E002325149}"/>
          </ac:spMkLst>
        </pc:spChg>
      </pc:sldChg>
      <pc:sldChg chg="modSp add mod ord">
        <pc:chgData name="Allan C" userId="b54da68ff4467631" providerId="LiveId" clId="{23A940F1-AEF2-453C-8230-C6DDA45941EA}" dt="2026-07-19T13:04:58.204" v="751" actId="14100"/>
        <pc:sldMkLst>
          <pc:docMk/>
          <pc:sldMk cId="1460098326" sldId="276"/>
        </pc:sldMkLst>
        <pc:spChg chg="mod">
          <ac:chgData name="Allan C" userId="b54da68ff4467631" providerId="LiveId" clId="{23A940F1-AEF2-453C-8230-C6DDA45941EA}" dt="2026-07-19T13:04:58.204" v="751" actId="14100"/>
          <ac:spMkLst>
            <pc:docMk/>
            <pc:sldMk cId="1460098326" sldId="276"/>
            <ac:spMk id="2" creationId="{32D83586-EBB8-678B-7D20-649C733AACFD}"/>
          </ac:spMkLst>
        </pc:spChg>
      </pc:sldChg>
      <pc:sldChg chg="addSp delSp modSp add mod">
        <pc:chgData name="Allan C" userId="b54da68ff4467631" providerId="LiveId" clId="{23A940F1-AEF2-453C-8230-C6DDA45941EA}" dt="2026-07-19T13:37:17.503" v="1451" actId="1076"/>
        <pc:sldMkLst>
          <pc:docMk/>
          <pc:sldMk cId="3029043264" sldId="277"/>
        </pc:sldMkLst>
        <pc:spChg chg="mod">
          <ac:chgData name="Allan C" userId="b54da68ff4467631" providerId="LiveId" clId="{23A940F1-AEF2-453C-8230-C6DDA45941EA}" dt="2026-07-19T13:16:08.610" v="965" actId="20577"/>
          <ac:spMkLst>
            <pc:docMk/>
            <pc:sldMk cId="3029043264" sldId="277"/>
            <ac:spMk id="2" creationId="{BCE495C6-E303-B156-93CE-FAF6C499AF05}"/>
          </ac:spMkLst>
        </pc:spChg>
        <pc:spChg chg="add mod">
          <ac:chgData name="Allan C" userId="b54da68ff4467631" providerId="LiveId" clId="{23A940F1-AEF2-453C-8230-C6DDA45941EA}" dt="2026-07-19T13:34:10.440" v="1301" actId="5793"/>
          <ac:spMkLst>
            <pc:docMk/>
            <pc:sldMk cId="3029043264" sldId="277"/>
            <ac:spMk id="10" creationId="{7F0A86EC-C908-8934-10D6-D869B0214D26}"/>
          </ac:spMkLst>
        </pc:spChg>
        <pc:spChg chg="add mod">
          <ac:chgData name="Allan C" userId="b54da68ff4467631" providerId="LiveId" clId="{23A940F1-AEF2-453C-8230-C6DDA45941EA}" dt="2026-07-19T13:35:26.852" v="1310" actId="20577"/>
          <ac:spMkLst>
            <pc:docMk/>
            <pc:sldMk cId="3029043264" sldId="277"/>
            <ac:spMk id="12" creationId="{A470426E-A390-7BE2-C246-3B3BFC102FC0}"/>
          </ac:spMkLst>
        </pc:spChg>
        <pc:spChg chg="add">
          <ac:chgData name="Allan C" userId="b54da68ff4467631" providerId="LiveId" clId="{23A940F1-AEF2-453C-8230-C6DDA45941EA}" dt="2026-07-19T13:22:15.878" v="1219" actId="22"/>
          <ac:spMkLst>
            <pc:docMk/>
            <pc:sldMk cId="3029043264" sldId="277"/>
            <ac:spMk id="14" creationId="{13B83E13-299B-E6F2-2F54-D4E910974574}"/>
          </ac:spMkLst>
        </pc:spChg>
        <pc:spChg chg="add mod">
          <ac:chgData name="Allan C" userId="b54da68ff4467631" providerId="LiveId" clId="{23A940F1-AEF2-453C-8230-C6DDA45941EA}" dt="2026-07-19T13:35:58.468" v="1322" actId="20577"/>
          <ac:spMkLst>
            <pc:docMk/>
            <pc:sldMk cId="3029043264" sldId="277"/>
            <ac:spMk id="16" creationId="{5C4DA4EE-030B-D75F-5835-24BF04C170C9}"/>
          </ac:spMkLst>
        </pc:spChg>
        <pc:spChg chg="add mod">
          <ac:chgData name="Allan C" userId="b54da68ff4467631" providerId="LiveId" clId="{23A940F1-AEF2-453C-8230-C6DDA45941EA}" dt="2026-07-19T13:37:17.503" v="1451" actId="1076"/>
          <ac:spMkLst>
            <pc:docMk/>
            <pc:sldMk cId="3029043264" sldId="277"/>
            <ac:spMk id="24" creationId="{45848C9E-9F25-4276-4BDC-9EF429598BA6}"/>
          </ac:spMkLst>
        </pc:spChg>
        <pc:picChg chg="add mod">
          <ac:chgData name="Allan C" userId="b54da68ff4467631" providerId="LiveId" clId="{23A940F1-AEF2-453C-8230-C6DDA45941EA}" dt="2026-07-19T13:32:32.357" v="1270" actId="1076"/>
          <ac:picMkLst>
            <pc:docMk/>
            <pc:sldMk cId="3029043264" sldId="277"/>
            <ac:picMk id="18" creationId="{ED18301E-8885-07FD-0FD7-DB8108F56D8F}"/>
          </ac:picMkLst>
        </pc:picChg>
        <pc:picChg chg="add mod modCrop">
          <ac:chgData name="Allan C" userId="b54da68ff4467631" providerId="LiveId" clId="{23A940F1-AEF2-453C-8230-C6DDA45941EA}" dt="2026-07-19T13:33:27.580" v="1282" actId="732"/>
          <ac:picMkLst>
            <pc:docMk/>
            <pc:sldMk cId="3029043264" sldId="277"/>
            <ac:picMk id="20" creationId="{5E7F29A3-40F5-345E-896E-C5E337DD62DE}"/>
          </ac:picMkLst>
        </pc:picChg>
        <pc:picChg chg="add mod">
          <ac:chgData name="Allan C" userId="b54da68ff4467631" providerId="LiveId" clId="{23A940F1-AEF2-453C-8230-C6DDA45941EA}" dt="2026-07-19T13:33:17.811" v="1281" actId="1076"/>
          <ac:picMkLst>
            <pc:docMk/>
            <pc:sldMk cId="3029043264" sldId="277"/>
            <ac:picMk id="22" creationId="{105F01DF-C85D-8F2B-8E56-507016C0C941}"/>
          </ac:picMkLst>
        </pc:picChg>
      </pc:sldChg>
      <pc:sldChg chg="addSp delSp modSp add mod">
        <pc:chgData name="Allan C" userId="b54da68ff4467631" providerId="LiveId" clId="{23A940F1-AEF2-453C-8230-C6DDA45941EA}" dt="2026-07-19T13:40:43.281" v="1797" actId="2710"/>
        <pc:sldMkLst>
          <pc:docMk/>
          <pc:sldMk cId="10688799" sldId="278"/>
        </pc:sldMkLst>
        <pc:spChg chg="mod">
          <ac:chgData name="Allan C" userId="b54da68ff4467631" providerId="LiveId" clId="{23A940F1-AEF2-453C-8230-C6DDA45941EA}" dt="2026-07-19T13:37:53.636" v="1478" actId="14100"/>
          <ac:spMkLst>
            <pc:docMk/>
            <pc:sldMk cId="10688799" sldId="278"/>
            <ac:spMk id="2" creationId="{A5001936-B21E-4AB4-DC4A-1D1D23AFF60B}"/>
          </ac:spMkLst>
        </pc:spChg>
        <pc:spChg chg="mod">
          <ac:chgData name="Allan C" userId="b54da68ff4467631" providerId="LiveId" clId="{23A940F1-AEF2-453C-8230-C6DDA45941EA}" dt="2026-07-19T13:40:43.281" v="1797" actId="2710"/>
          <ac:spMkLst>
            <pc:docMk/>
            <pc:sldMk cId="10688799" sldId="278"/>
            <ac:spMk id="10" creationId="{6D539A48-25D8-2266-0E23-30EEEAE09D99}"/>
          </ac:spMkLst>
        </pc:spChg>
        <pc:picChg chg="add mod">
          <ac:chgData name="Allan C" userId="b54da68ff4467631" providerId="LiveId" clId="{23A940F1-AEF2-453C-8230-C6DDA45941EA}" dt="2026-07-19T13:38:29.985" v="1481" actId="1076"/>
          <ac:picMkLst>
            <pc:docMk/>
            <pc:sldMk cId="10688799" sldId="278"/>
            <ac:picMk id="4" creationId="{472F21AA-EDE6-E64F-D737-0C9797060E80}"/>
          </ac:picMkLst>
        </pc:picChg>
      </pc:sldChg>
      <pc:sldChg chg="addSp delSp modSp add mod">
        <pc:chgData name="Allan C" userId="b54da68ff4467631" providerId="LiveId" clId="{23A940F1-AEF2-453C-8230-C6DDA45941EA}" dt="2026-07-24T07:52:18.874" v="3450" actId="1076"/>
        <pc:sldMkLst>
          <pc:docMk/>
          <pc:sldMk cId="4234677844" sldId="279"/>
        </pc:sldMkLst>
        <pc:spChg chg="mod">
          <ac:chgData name="Allan C" userId="b54da68ff4467631" providerId="LiveId" clId="{23A940F1-AEF2-453C-8230-C6DDA45941EA}" dt="2026-07-19T13:43:32.381" v="1861" actId="20577"/>
          <ac:spMkLst>
            <pc:docMk/>
            <pc:sldMk cId="4234677844" sldId="279"/>
            <ac:spMk id="2" creationId="{7458CD41-1D4F-0809-2054-BF6D70A6558E}"/>
          </ac:spMkLst>
        </pc:spChg>
        <pc:spChg chg="add mod">
          <ac:chgData name="Allan C" userId="b54da68ff4467631" providerId="LiveId" clId="{23A940F1-AEF2-453C-8230-C6DDA45941EA}" dt="2026-07-19T16:16:50.595" v="2081" actId="20577"/>
          <ac:spMkLst>
            <pc:docMk/>
            <pc:sldMk cId="4234677844" sldId="279"/>
            <ac:spMk id="4" creationId="{ADE0DA6E-3DF1-FCD4-34C1-7D9AB766FB76}"/>
          </ac:spMkLst>
        </pc:spChg>
        <pc:picChg chg="add mod">
          <ac:chgData name="Allan C" userId="b54da68ff4467631" providerId="LiveId" clId="{23A940F1-AEF2-453C-8230-C6DDA45941EA}" dt="2026-07-24T07:52:11.665" v="3449" actId="1076"/>
          <ac:picMkLst>
            <pc:docMk/>
            <pc:sldMk cId="4234677844" sldId="279"/>
            <ac:picMk id="5" creationId="{DC0AC574-41E5-0CC6-C913-BBF3EA7E303C}"/>
          </ac:picMkLst>
        </pc:picChg>
        <pc:picChg chg="add mod modCrop">
          <ac:chgData name="Allan C" userId="b54da68ff4467631" providerId="LiveId" clId="{23A940F1-AEF2-453C-8230-C6DDA45941EA}" dt="2026-07-24T07:52:18.874" v="3450" actId="1076"/>
          <ac:picMkLst>
            <pc:docMk/>
            <pc:sldMk cId="4234677844" sldId="279"/>
            <ac:picMk id="6" creationId="{E6E50C01-85C0-20EE-EA10-6CD899769816}"/>
          </ac:picMkLst>
        </pc:picChg>
      </pc:sldChg>
      <pc:sldChg chg="addSp delSp modSp add mod">
        <pc:chgData name="Allan C" userId="b54da68ff4467631" providerId="LiveId" clId="{23A940F1-AEF2-453C-8230-C6DDA45941EA}" dt="2026-07-23T14:42:33.272" v="3416" actId="732"/>
        <pc:sldMkLst>
          <pc:docMk/>
          <pc:sldMk cId="3586835120" sldId="280"/>
        </pc:sldMkLst>
        <pc:spChg chg="mod">
          <ac:chgData name="Allan C" userId="b54da68ff4467631" providerId="LiveId" clId="{23A940F1-AEF2-453C-8230-C6DDA45941EA}" dt="2026-07-19T14:07:04.665" v="1974" actId="20577"/>
          <ac:spMkLst>
            <pc:docMk/>
            <pc:sldMk cId="3586835120" sldId="280"/>
            <ac:spMk id="2" creationId="{AEA854CC-D046-2111-498E-50DBBA8AC19C}"/>
          </ac:spMkLst>
        </pc:spChg>
        <pc:spChg chg="mod">
          <ac:chgData name="Allan C" userId="b54da68ff4467631" providerId="LiveId" clId="{23A940F1-AEF2-453C-8230-C6DDA45941EA}" dt="2026-07-19T14:07:22.489" v="2022" actId="20577"/>
          <ac:spMkLst>
            <pc:docMk/>
            <pc:sldMk cId="3586835120" sldId="280"/>
            <ac:spMk id="4" creationId="{C5C373E2-341A-7C80-9AC8-6B95325647D4}"/>
          </ac:spMkLst>
        </pc:spChg>
        <pc:picChg chg="add mod modCrop">
          <ac:chgData name="Allan C" userId="b54da68ff4467631" providerId="LiveId" clId="{23A940F1-AEF2-453C-8230-C6DDA45941EA}" dt="2026-07-23T14:42:33.272" v="3416" actId="732"/>
          <ac:picMkLst>
            <pc:docMk/>
            <pc:sldMk cId="3586835120" sldId="280"/>
            <ac:picMk id="7" creationId="{1CBEC69A-1C6B-1D46-5BD7-449DDC74615D}"/>
          </ac:picMkLst>
        </pc:picChg>
      </pc:sldChg>
      <pc:sldChg chg="addSp modSp add mod">
        <pc:chgData name="Allan C" userId="b54da68ff4467631" providerId="LiveId" clId="{23A940F1-AEF2-453C-8230-C6DDA45941EA}" dt="2026-07-24T08:00:21.895" v="3546" actId="20577"/>
        <pc:sldMkLst>
          <pc:docMk/>
          <pc:sldMk cId="2503131845" sldId="281"/>
        </pc:sldMkLst>
        <pc:spChg chg="mod">
          <ac:chgData name="Allan C" userId="b54da68ff4467631" providerId="LiveId" clId="{23A940F1-AEF2-453C-8230-C6DDA45941EA}" dt="2026-07-24T07:58:12.450" v="3453" actId="20577"/>
          <ac:spMkLst>
            <pc:docMk/>
            <pc:sldMk cId="2503131845" sldId="281"/>
            <ac:spMk id="2" creationId="{169166C9-B54F-951D-2AB3-648934491269}"/>
          </ac:spMkLst>
        </pc:spChg>
        <pc:spChg chg="add mod">
          <ac:chgData name="Allan C" userId="b54da68ff4467631" providerId="LiveId" clId="{23A940F1-AEF2-453C-8230-C6DDA45941EA}" dt="2026-07-24T07:58:17.926" v="3454" actId="1076"/>
          <ac:spMkLst>
            <pc:docMk/>
            <pc:sldMk cId="2503131845" sldId="281"/>
            <ac:spMk id="4" creationId="{13E7FB06-95FD-8DBE-1AD3-5C9769CE3CC7}"/>
          </ac:spMkLst>
        </pc:spChg>
        <pc:spChg chg="add mod">
          <ac:chgData name="Allan C" userId="b54da68ff4467631" providerId="LiveId" clId="{23A940F1-AEF2-453C-8230-C6DDA45941EA}" dt="2026-07-24T08:00:21.895" v="3546" actId="20577"/>
          <ac:spMkLst>
            <pc:docMk/>
            <pc:sldMk cId="2503131845" sldId="281"/>
            <ac:spMk id="5" creationId="{F9238F0E-2212-96C9-ADB0-8FCB9DE42A3B}"/>
          </ac:spMkLst>
        </pc:spChg>
        <pc:spChg chg="add mod">
          <ac:chgData name="Allan C" userId="b54da68ff4467631" providerId="LiveId" clId="{23A940F1-AEF2-453C-8230-C6DDA45941EA}" dt="2026-07-24T07:58:33.098" v="3461" actId="1076"/>
          <ac:spMkLst>
            <pc:docMk/>
            <pc:sldMk cId="2503131845" sldId="281"/>
            <ac:spMk id="6" creationId="{2441955D-E1C2-2DF5-040C-C8A7A944F477}"/>
          </ac:spMkLst>
        </pc:spChg>
        <pc:spChg chg="add mod">
          <ac:chgData name="Allan C" userId="b54da68ff4467631" providerId="LiveId" clId="{23A940F1-AEF2-453C-8230-C6DDA45941EA}" dt="2026-07-24T07:58:33.098" v="3461" actId="1076"/>
          <ac:spMkLst>
            <pc:docMk/>
            <pc:sldMk cId="2503131845" sldId="281"/>
            <ac:spMk id="8" creationId="{7DD1E7BC-5469-4E0E-DD9A-77BF7019BF8B}"/>
          </ac:spMkLst>
        </pc:spChg>
        <pc:spChg chg="add mod">
          <ac:chgData name="Allan C" userId="b54da68ff4467631" providerId="LiveId" clId="{23A940F1-AEF2-453C-8230-C6DDA45941EA}" dt="2026-07-24T07:58:33.098" v="3461" actId="1076"/>
          <ac:spMkLst>
            <pc:docMk/>
            <pc:sldMk cId="2503131845" sldId="281"/>
            <ac:spMk id="10" creationId="{1AFC9C94-763C-93C8-F0B9-1947CB1A0AE2}"/>
          </ac:spMkLst>
        </pc:spChg>
      </pc:sldChg>
      <pc:sldChg chg="delSp modSp add del mod">
        <pc:chgData name="Allan C" userId="b54da68ff4467631" providerId="LiveId" clId="{23A940F1-AEF2-453C-8230-C6DDA45941EA}" dt="2026-07-24T07:58:28.221" v="3459" actId="2696"/>
        <pc:sldMkLst>
          <pc:docMk/>
          <pc:sldMk cId="2394979458" sldId="282"/>
        </pc:sldMkLst>
        <pc:spChg chg="mod">
          <ac:chgData name="Allan C" userId="b54da68ff4467631" providerId="LiveId" clId="{23A940F1-AEF2-453C-8230-C6DDA45941EA}" dt="2026-07-23T09:52:08.493" v="3055" actId="20577"/>
          <ac:spMkLst>
            <pc:docMk/>
            <pc:sldMk cId="2394979458" sldId="282"/>
            <ac:spMk id="2" creationId="{2CA136E8-E746-1612-ECF2-55155FDD5217}"/>
          </ac:spMkLst>
        </pc:spChg>
        <pc:spChg chg="del mod">
          <ac:chgData name="Allan C" userId="b54da68ff4467631" providerId="LiveId" clId="{23A940F1-AEF2-453C-8230-C6DDA45941EA}" dt="2026-07-24T07:58:22.753" v="3456" actId="21"/>
          <ac:spMkLst>
            <pc:docMk/>
            <pc:sldMk cId="2394979458" sldId="282"/>
            <ac:spMk id="4" creationId="{E1C9A81A-9A21-ADD9-E341-FC835277E34B}"/>
          </ac:spMkLst>
        </pc:spChg>
        <pc:spChg chg="del">
          <ac:chgData name="Allan C" userId="b54da68ff4467631" providerId="LiveId" clId="{23A940F1-AEF2-453C-8230-C6DDA45941EA}" dt="2026-07-23T09:52:11.098" v="3056" actId="478"/>
          <ac:spMkLst>
            <pc:docMk/>
            <pc:sldMk cId="2394979458" sldId="282"/>
            <ac:spMk id="6" creationId="{04C5B903-C883-5AE5-7734-5C0417F77151}"/>
          </ac:spMkLst>
        </pc:spChg>
        <pc:spChg chg="del">
          <ac:chgData name="Allan C" userId="b54da68ff4467631" providerId="LiveId" clId="{23A940F1-AEF2-453C-8230-C6DDA45941EA}" dt="2026-07-23T09:52:11.098" v="3056" actId="478"/>
          <ac:spMkLst>
            <pc:docMk/>
            <pc:sldMk cId="2394979458" sldId="282"/>
            <ac:spMk id="8" creationId="{BB5738F8-F072-0960-694E-7391F2A3C94B}"/>
          </ac:spMkLst>
        </pc:spChg>
        <pc:spChg chg="del">
          <ac:chgData name="Allan C" userId="b54da68ff4467631" providerId="LiveId" clId="{23A940F1-AEF2-453C-8230-C6DDA45941EA}" dt="2026-07-23T09:52:11.098" v="3056" actId="478"/>
          <ac:spMkLst>
            <pc:docMk/>
            <pc:sldMk cId="2394979458" sldId="282"/>
            <ac:spMk id="10" creationId="{511348EF-1C9F-74A5-C842-B57A0A81D9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52CE5-FA1E-4E2C-A9B4-E2D0C70856A4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DFFB9-EB59-4736-95F6-443E09864C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512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F328E-BDB4-6170-8740-5BEC564EC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B33196-811E-C204-7B6F-FFB322815A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0A4AF80-6B49-C858-D518-187E66CB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BACBD9-4FD9-9F19-F4B6-BA82A695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8D092C-5E51-8196-3B6B-ADE08A93A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64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FEDEE5-2F5E-6DD8-5202-1D5A4ABF1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6068FC-DCA3-2428-8A56-4064DA945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329951-7C13-3CF9-EB66-8CED8F15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CA24B0-D533-C2A8-6C68-28F09F6F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912685-23A6-8B09-5E9E-2A8381D67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8895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91072-9110-F185-634B-513CF7F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F2335C-A67E-5CF3-C501-298589F46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457632-334A-61DF-4E94-FF8888BE2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EFE091-E3D2-6774-32A7-1FB1F8241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E69598-04FB-E32F-CEA8-169C4F54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E45A30-DA60-62E3-D358-231BA076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05DC26-14EB-5BEF-672A-F9BD31241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9755C8-A79A-8842-266F-AC43A7B81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6DAB44-93F7-03DE-AFA3-5DB9694B7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C973F2-7D5E-E47E-8032-CF170D72F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825965-D033-EC45-24F0-03D73628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3627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7FCC87-CED6-7639-52B4-DB2B6211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7A5144-3CFF-8056-1E77-361B7AD67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477673-ABE8-0339-6A0A-EDF1BB321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397417-BBB1-4A48-D6AE-32149FAF8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C653A4-DF16-2986-B873-99F47FF87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19666E2-9A9D-457B-AFA6-84737AE30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98E645A-39AD-9D6C-A0A1-9FED740B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0D96764-F1E3-CC6D-D2EF-CECD2351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618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A63064-59A0-4245-799B-9F7A9A42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E29135A-8161-08C2-99C6-88F9B5BB6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B771BE-F269-5374-1637-F9D40F8D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CD3374E-9832-CC47-5153-0627CF721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738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38A5AC-8C63-838E-D055-BA8D72AF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AE3EBA-5FD8-B815-8814-911775041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E9768D-EFD2-8F9E-D4D6-6C99C3BE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650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CA543-B2D3-1053-9C36-776E8FBB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495C63-20F7-AB75-476E-3ED0108AD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495D6E-C6DA-AF13-0375-0127D2400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D019FA-1B4A-5C67-E9CD-95BAACA0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963872-19C8-3BC6-86E2-42EC5FC1D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184341-5CD8-EC46-501F-1443B8672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813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506B10-87E3-70A8-2245-25991A1F1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B48AAA1-5FF4-C058-0928-92A816A6F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EF64D5-7602-9F6E-363F-EB11CA1BA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28567B-33D3-B2CB-0618-9F2C66C8D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D95BA57-A99A-A63E-61EB-86F1D32A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2A594DD-8FFD-4EC5-A84E-424C0DB6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364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64DF9-7818-D24F-ED28-1980AB6F8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F0157A3-CE3E-F8DC-7DFB-54979AE29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E44DC4-3325-2FDA-C5B6-8BBC286B0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4823F8-E108-9948-18F1-E8DC5322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0585AC-D54B-CEC7-2CBC-78D64AF9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3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4BDA898-CF24-E043-172D-F1FAD14AE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6601D9-C0F9-DB49-93B6-F9BB9E8A2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282445-E91E-336F-FABD-236B5591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033869-5FC7-26B7-9139-F6AF8117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86184D-1940-CC2E-EB7A-DA18FF9A4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81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BB2A3A5-D91B-FF31-CCBA-55601BE9D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47A7A4-33BB-2417-0F6E-630A607DD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AC02E8-1E3A-60CE-6EC9-FCBA2670F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FB2051-66E1-4289-8FAF-0ACCC132FB35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6DF079-C7AF-C092-E495-D77E0571D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481C32-3648-2A5E-F0CD-AE22DF111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EAE53-98F6-40CE-92BB-2B663EF52D9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3145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8" name="Rectangle 19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D3707AD-8261-4357-9C64-EEC41E832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5" y="-427"/>
            <a:ext cx="6086683" cy="6858428"/>
          </a:xfrm>
          <a:prstGeom prst="rect">
            <a:avLst/>
          </a:prstGeom>
          <a:gradFill>
            <a:gsLst>
              <a:gs pos="0">
                <a:srgbClr val="000000">
                  <a:alpha val="53000"/>
                </a:srgbClr>
              </a:gs>
              <a:gs pos="82000">
                <a:schemeClr val="accent1">
                  <a:lumMod val="75000"/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98142"/>
            <a:ext cx="12191999" cy="6359430"/>
          </a:xfrm>
          <a:prstGeom prst="rect">
            <a:avLst/>
          </a:prstGeom>
          <a:gradFill>
            <a:gsLst>
              <a:gs pos="13000">
                <a:schemeClr val="accent1">
                  <a:lumMod val="75000"/>
                  <a:alpha val="39000"/>
                </a:schemeClr>
              </a:gs>
              <a:gs pos="100000">
                <a:srgbClr val="000000">
                  <a:alpha val="32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-428"/>
            <a:ext cx="6096001" cy="6858000"/>
          </a:xfrm>
          <a:prstGeom prst="rect">
            <a:avLst/>
          </a:prstGeom>
          <a:gradFill>
            <a:gsLst>
              <a:gs pos="13000">
                <a:srgbClr val="000000">
                  <a:alpha val="39000"/>
                </a:srgbClr>
              </a:gs>
              <a:gs pos="99000">
                <a:schemeClr val="accent1">
                  <a:lumMod val="50000"/>
                  <a:alpha val="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D1B01BE8-EBAB-4286-84CC-EC07C7F95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400370"/>
          </a:xfrm>
          <a:prstGeom prst="rect">
            <a:avLst/>
          </a:prstGeom>
          <a:gradFill>
            <a:gsLst>
              <a:gs pos="0">
                <a:srgbClr val="000000">
                  <a:alpha val="70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Freeform: Shape 13">
            <a:extLst>
              <a:ext uri="{FF2B5EF4-FFF2-40B4-BE49-F238E27FC236}">
                <a16:creationId xmlns:a16="http://schemas.microsoft.com/office/drawing/2014/main" id="{B810725C-984E-4EC2-A5FA-A193878CB8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59729" y="-716753"/>
            <a:ext cx="4893880" cy="10255626"/>
          </a:xfrm>
          <a:custGeom>
            <a:avLst/>
            <a:gdLst>
              <a:gd name="connsiteX0" fmla="*/ 2065105 w 2065105"/>
              <a:gd name="connsiteY0" fmla="*/ 0 h 4139967"/>
              <a:gd name="connsiteX1" fmla="*/ 2065105 w 2065105"/>
              <a:gd name="connsiteY1" fmla="*/ 4139967 h 4139967"/>
              <a:gd name="connsiteX2" fmla="*/ 1858573 w 2065105"/>
              <a:gd name="connsiteY2" fmla="*/ 4129538 h 4139967"/>
              <a:gd name="connsiteX3" fmla="*/ 0 w 2065105"/>
              <a:gd name="connsiteY3" fmla="*/ 2069983 h 4139967"/>
              <a:gd name="connsiteX4" fmla="*/ 1858573 w 2065105"/>
              <a:gd name="connsiteY4" fmla="*/ 10428 h 4139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65105" h="4139967">
                <a:moveTo>
                  <a:pt x="2065105" y="0"/>
                </a:moveTo>
                <a:lnTo>
                  <a:pt x="2065105" y="4139967"/>
                </a:lnTo>
                <a:lnTo>
                  <a:pt x="1858573" y="4129538"/>
                </a:lnTo>
                <a:cubicBezTo>
                  <a:pt x="814640" y="4023521"/>
                  <a:pt x="0" y="3141887"/>
                  <a:pt x="0" y="2069983"/>
                </a:cubicBezTo>
                <a:cubicBezTo>
                  <a:pt x="0" y="998079"/>
                  <a:pt x="814640" y="116446"/>
                  <a:pt x="1858573" y="1042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23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A3A75F-E6E1-116D-30DD-6770573C96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2199" y="3115264"/>
            <a:ext cx="7457441" cy="2863883"/>
          </a:xfrm>
        </p:spPr>
        <p:txBody>
          <a:bodyPr anchor="ctr">
            <a:normAutofit/>
          </a:bodyPr>
          <a:lstStyle/>
          <a:p>
            <a:r>
              <a:rPr lang="fr-FR" sz="4800" dirty="0">
                <a:solidFill>
                  <a:srgbClr val="FFFFFF"/>
                </a:solidFill>
              </a:rPr>
              <a:t>Projet : Réalisez une analyse de sentiments grâce au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6638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A427084-5132-61A6-B20E-4B9575C43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Sommaire :</a:t>
            </a:r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0D550E97-205A-D00F-3140-D4E8CEE6A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 fontScale="92500" lnSpcReduction="10000"/>
          </a:bodyPr>
          <a:lstStyle/>
          <a:p>
            <a:r>
              <a:rPr lang="fr-FR" sz="1800" b="1" dirty="0">
                <a:solidFill>
                  <a:schemeClr val="bg1"/>
                </a:solidFill>
              </a:rPr>
              <a:t>Jeu de données :</a:t>
            </a:r>
          </a:p>
          <a:p>
            <a:pPr lvl="1"/>
            <a:r>
              <a:rPr lang="fr-FR" sz="1600" dirty="0">
                <a:solidFill>
                  <a:schemeClr val="bg1"/>
                </a:solidFill>
              </a:rPr>
              <a:t>Présentation</a:t>
            </a:r>
          </a:p>
          <a:p>
            <a:pPr lvl="1"/>
            <a:r>
              <a:rPr lang="fr-FR" sz="1600" dirty="0">
                <a:solidFill>
                  <a:schemeClr val="bg1"/>
                </a:solidFill>
              </a:rPr>
              <a:t>Pré-traitements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</a:p>
          <a:p>
            <a:r>
              <a:rPr lang="fr-FR" sz="1800" b="1" dirty="0">
                <a:solidFill>
                  <a:schemeClr val="bg1"/>
                </a:solidFill>
              </a:rPr>
              <a:t>Expérimentation de modèles :</a:t>
            </a:r>
          </a:p>
          <a:p>
            <a:pPr lvl="1">
              <a:lnSpc>
                <a:spcPct val="100000"/>
              </a:lnSpc>
            </a:pPr>
            <a:r>
              <a:rPr lang="fr-FR" sz="1600" dirty="0">
                <a:solidFill>
                  <a:schemeClr val="bg1"/>
                </a:solidFill>
              </a:rPr>
              <a:t>Modèles simples</a:t>
            </a:r>
          </a:p>
          <a:p>
            <a:pPr lvl="1">
              <a:lnSpc>
                <a:spcPct val="100000"/>
              </a:lnSpc>
            </a:pPr>
            <a:r>
              <a:rPr lang="fr-FR" sz="1600" dirty="0">
                <a:solidFill>
                  <a:schemeClr val="bg1"/>
                </a:solidFill>
              </a:rPr>
              <a:t>Modèles avancés</a:t>
            </a:r>
          </a:p>
          <a:p>
            <a:r>
              <a:rPr lang="fr-FR" sz="1800" b="1" dirty="0">
                <a:solidFill>
                  <a:schemeClr val="bg1"/>
                </a:solidFill>
              </a:rPr>
              <a:t>Traitement </a:t>
            </a:r>
            <a:r>
              <a:rPr lang="fr-FR" sz="1800" b="1" dirty="0" err="1">
                <a:solidFill>
                  <a:schemeClr val="bg1"/>
                </a:solidFill>
              </a:rPr>
              <a:t>MLFlow</a:t>
            </a:r>
            <a:r>
              <a:rPr lang="fr-FR" sz="1800" b="1" dirty="0">
                <a:solidFill>
                  <a:schemeClr val="bg1"/>
                </a:solidFill>
              </a:rPr>
              <a:t> :</a:t>
            </a: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Qu’est ce que c’est</a:t>
            </a:r>
          </a:p>
          <a:p>
            <a:pPr lvl="1">
              <a:lnSpc>
                <a:spcPct val="110000"/>
              </a:lnSpc>
            </a:pPr>
            <a:r>
              <a:rPr lang="fr-FR" sz="1600" dirty="0" err="1">
                <a:solidFill>
                  <a:schemeClr val="bg1"/>
                </a:solidFill>
              </a:rPr>
              <a:t>Tracking</a:t>
            </a:r>
            <a:endParaRPr lang="fr-FR" sz="1600" dirty="0">
              <a:solidFill>
                <a:schemeClr val="bg1"/>
              </a:solidFill>
            </a:endParaRP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Choix du modèle</a:t>
            </a:r>
          </a:p>
          <a:p>
            <a:r>
              <a:rPr lang="fr-FR" sz="1800" b="1" dirty="0">
                <a:solidFill>
                  <a:schemeClr val="bg1"/>
                </a:solidFill>
              </a:rPr>
              <a:t>Modules :</a:t>
            </a: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API</a:t>
            </a: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Interface</a:t>
            </a:r>
          </a:p>
          <a:p>
            <a:r>
              <a:rPr lang="fr-FR" sz="1800" b="1" dirty="0">
                <a:solidFill>
                  <a:schemeClr val="bg1"/>
                </a:solidFill>
              </a:rPr>
              <a:t>Cloud :</a:t>
            </a: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Déploiement</a:t>
            </a: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Mise à jour</a:t>
            </a:r>
          </a:p>
          <a:p>
            <a:pPr lvl="1">
              <a:lnSpc>
                <a:spcPct val="110000"/>
              </a:lnSpc>
            </a:pPr>
            <a:r>
              <a:rPr lang="fr-FR" sz="1600" dirty="0">
                <a:solidFill>
                  <a:schemeClr val="bg1"/>
                </a:solidFill>
              </a:rPr>
              <a:t>Suivi</a:t>
            </a:r>
          </a:p>
          <a:p>
            <a:r>
              <a:rPr lang="fr-FR" sz="1800" b="1" dirty="0">
                <a:solidFill>
                  <a:schemeClr val="bg1"/>
                </a:solidFill>
              </a:rPr>
              <a:t>Conclusion / Ouverture	</a:t>
            </a:r>
          </a:p>
        </p:txBody>
      </p:sp>
    </p:spTree>
    <p:extLst>
      <p:ext uri="{BB962C8B-B14F-4D97-AF65-F5344CB8AC3E}">
        <p14:creationId xmlns:p14="http://schemas.microsoft.com/office/powerpoint/2010/main" val="1756319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5625EBD2-B0F5-41AE-B3A7-8EC468264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C86AEC-8E79-2C88-8818-54BEB6334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>
                <a:solidFill>
                  <a:schemeClr val="tx2"/>
                </a:solidFill>
              </a:rPr>
              <a:t>Jeu de données :</a:t>
            </a:r>
          </a:p>
        </p:txBody>
      </p:sp>
    </p:spTree>
    <p:extLst>
      <p:ext uri="{BB962C8B-B14F-4D97-AF65-F5344CB8AC3E}">
        <p14:creationId xmlns:p14="http://schemas.microsoft.com/office/powerpoint/2010/main" val="277967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5B147-7BC9-5754-2F5C-C974F7591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1ACDD31-89F5-EE7B-BE65-1B2CABA40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59B1F4-8AD8-D80A-2F3A-B7E6D2CD6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863718B-2ECF-BBF1-F8A3-EFD1EA19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6C06BD-9F5C-918E-7FD9-3B895AAC5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F28A9B-0C20-989B-AF11-245B904B0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F769F8-2189-A896-C835-E9C8D8BCE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13245"/>
            <a:ext cx="7208197" cy="80838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Présentation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62B0FC-0502-F1B5-B496-DADFBABD0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510FEF-F967-BF23-B78D-AFAE6E643882}"/>
              </a:ext>
            </a:extLst>
          </p:cNvPr>
          <p:cNvSpPr txBox="1"/>
          <p:nvPr/>
        </p:nvSpPr>
        <p:spPr>
          <a:xfrm>
            <a:off x="2743838" y="5469390"/>
            <a:ext cx="66783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Problématique : Prédire le sentiment associé à un tweet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5EAF78C-FD38-51B1-8297-D0E628EE7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430" y="2320541"/>
            <a:ext cx="8829140" cy="19456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58AA982-FF28-7F99-7F18-259A940FEE56}"/>
              </a:ext>
            </a:extLst>
          </p:cNvPr>
          <p:cNvSpPr txBox="1"/>
          <p:nvPr/>
        </p:nvSpPr>
        <p:spPr>
          <a:xfrm>
            <a:off x="1681430" y="1827660"/>
            <a:ext cx="58602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Jeu de données d’un million de tweets récupérés, et non traités : </a:t>
            </a:r>
          </a:p>
        </p:txBody>
      </p:sp>
    </p:spTree>
    <p:extLst>
      <p:ext uri="{BB962C8B-B14F-4D97-AF65-F5344CB8AC3E}">
        <p14:creationId xmlns:p14="http://schemas.microsoft.com/office/powerpoint/2010/main" val="807726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323A-AAA8-ABA1-A754-BF5246A68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1FC912C-06BE-5428-AE7E-231B2A2F8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A0A82E-4EF4-FDB9-4585-02CA72BEE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525E7AA-037B-0A86-1AA6-995AF07A4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926F25A-83F3-6E3E-A9EA-C70FDCA6A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B903B8-A8B7-8E57-42BC-C7E30EC0B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F22B5F-7DFF-5E47-252F-18E002325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Pré-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traitements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E383EE2-C10A-3AAC-840A-AA7FB44F9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716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3677B-F48C-FCFF-790D-F9CDA3F6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B6732C7-83B7-38F6-632C-AB2BD420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2C153-D310-7C8C-343F-3943DE0CF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03DB799-54C2-63C2-C940-2AD07CF46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807D82-2095-8E3A-9208-CE6AE01C7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D0D90D-FAB7-318B-79FA-DF7A3BD08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E495C6-E303-B156-93CE-FAF6C499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0"/>
            <a:ext cx="7208197" cy="8000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Pré-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traitements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néttoyage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D931DE-54BA-66E9-1235-28DD0465D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F0A86EC-C908-8934-10D6-D869B0214D26}"/>
              </a:ext>
            </a:extLst>
          </p:cNvPr>
          <p:cNvSpPr txBox="1"/>
          <p:nvPr/>
        </p:nvSpPr>
        <p:spPr>
          <a:xfrm>
            <a:off x="1143241" y="1306544"/>
            <a:ext cx="6573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Parasites dans les données à supprimer (exemple : liens, stop </a:t>
            </a:r>
            <a:r>
              <a:rPr lang="fr-FR" sz="1600" i="1" dirty="0" err="1">
                <a:solidFill>
                  <a:schemeClr val="bg1"/>
                </a:solidFill>
              </a:rPr>
              <a:t>words</a:t>
            </a:r>
            <a:r>
              <a:rPr lang="fr-FR" sz="1600" i="1" dirty="0">
                <a:solidFill>
                  <a:schemeClr val="bg1"/>
                </a:solidFill>
              </a:rPr>
              <a:t>, …) :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470426E-A390-7BE2-C246-3B3BFC102FC0}"/>
              </a:ext>
            </a:extLst>
          </p:cNvPr>
          <p:cNvSpPr txBox="1"/>
          <p:nvPr/>
        </p:nvSpPr>
        <p:spPr>
          <a:xfrm>
            <a:off x="1825628" y="2744382"/>
            <a:ext cx="83197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Lemmatisation : analyse sens et grammaire des mots pour les ramener à leur forme d'origine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3B83E13-299B-E6F2-2F54-D4E910974574}"/>
              </a:ext>
            </a:extLst>
          </p:cNvPr>
          <p:cNvSpPr txBox="1"/>
          <p:nvPr/>
        </p:nvSpPr>
        <p:spPr>
          <a:xfrm>
            <a:off x="1302267" y="1797498"/>
            <a:ext cx="52969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Gestion du reste du tweet, plusieurs méthodes possibles :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C4DA4EE-030B-D75F-5835-24BF04C170C9}"/>
              </a:ext>
            </a:extLst>
          </p:cNvPr>
          <p:cNvSpPr txBox="1"/>
          <p:nvPr/>
        </p:nvSpPr>
        <p:spPr>
          <a:xfrm>
            <a:off x="1825628" y="3525274"/>
            <a:ext cx="6314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 err="1">
                <a:solidFill>
                  <a:schemeClr val="bg1"/>
                </a:solidFill>
              </a:rPr>
              <a:t>Stemming</a:t>
            </a:r>
            <a:r>
              <a:rPr lang="fr-FR" sz="1600" i="1" dirty="0">
                <a:solidFill>
                  <a:schemeClr val="bg1"/>
                </a:solidFill>
              </a:rPr>
              <a:t> : coupe la fin des mots simplement pour obtenir une racine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D18301E-8885-07FD-0FD7-DB8108F56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3859480"/>
            <a:ext cx="6226080" cy="236240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5E7F29A3-40F5-345E-896E-C5E337DD62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27"/>
          <a:stretch>
            <a:fillRect/>
          </a:stretch>
        </p:blipFill>
        <p:spPr>
          <a:xfrm>
            <a:off x="2438400" y="3140102"/>
            <a:ext cx="6904318" cy="192623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105F01DF-C85D-8F2B-8E56-507016C0C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267" y="2170809"/>
            <a:ext cx="9152413" cy="22862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45848C9E-9F25-4276-4BDC-9EF429598BA6}"/>
              </a:ext>
            </a:extLst>
          </p:cNvPr>
          <p:cNvSpPr txBox="1"/>
          <p:nvPr/>
        </p:nvSpPr>
        <p:spPr>
          <a:xfrm>
            <a:off x="3513462" y="5102289"/>
            <a:ext cx="49441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b="1" i="1" dirty="0">
                <a:solidFill>
                  <a:schemeClr val="bg1"/>
                </a:solidFill>
              </a:rPr>
              <a:t>Je garderai donc la lemmatisation comme méthode</a:t>
            </a:r>
          </a:p>
        </p:txBody>
      </p:sp>
    </p:spTree>
    <p:extLst>
      <p:ext uri="{BB962C8B-B14F-4D97-AF65-F5344CB8AC3E}">
        <p14:creationId xmlns:p14="http://schemas.microsoft.com/office/powerpoint/2010/main" val="302904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53FAC-45E7-5EDF-AF3A-F4F0A621C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FE79801-7DEA-B0FD-FF4E-4DB16E0F8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8F35816-DBDC-E194-69A1-FC669AEB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15DAFA5-3862-9068-1E78-AD9F8CBA3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B0E3E7-0A66-45AA-1162-53BAD7E76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D981E7-6E8E-6EC1-EDF1-455ABCFCF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001936-B21E-4AB4-DC4A-1D1D23AF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0"/>
            <a:ext cx="8607907" cy="80007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Pré-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traitements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</a:t>
            </a:r>
            <a:r>
              <a:rPr lang="en-US" sz="4800" dirty="0" err="1">
                <a:solidFill>
                  <a:srgbClr val="FFFFFF"/>
                </a:solidFill>
              </a:rPr>
              <a:t>pré-entrainement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A6B819-8482-947A-C91F-096FA8738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D539A48-25D8-2266-0E23-30EEEAE09D99}"/>
              </a:ext>
            </a:extLst>
          </p:cNvPr>
          <p:cNvSpPr txBox="1"/>
          <p:nvPr/>
        </p:nvSpPr>
        <p:spPr>
          <a:xfrm>
            <a:off x="1143241" y="1306544"/>
            <a:ext cx="8875571" cy="17496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On utilise une fonction « </a:t>
            </a:r>
            <a:r>
              <a:rPr lang="fr-FR" sz="1600" i="1" dirty="0" err="1">
                <a:solidFill>
                  <a:schemeClr val="bg1"/>
                </a:solidFill>
              </a:rPr>
              <a:t>train_testt_split</a:t>
            </a:r>
            <a:r>
              <a:rPr lang="fr-FR" sz="1600" i="1" dirty="0">
                <a:solidFill>
                  <a:schemeClr val="bg1"/>
                </a:solidFill>
              </a:rPr>
              <a:t> » afin de séparer notre jeu par portion, afin d’avoir au final 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80% du total pour l’entrainement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10% pour l’</a:t>
            </a:r>
            <a:r>
              <a:rPr lang="fr-FR" sz="1600" i="1" dirty="0" err="1">
                <a:solidFill>
                  <a:schemeClr val="bg1"/>
                </a:solidFill>
              </a:rPr>
              <a:t>auto-validation</a:t>
            </a:r>
            <a:r>
              <a:rPr lang="fr-FR" sz="1600" i="1" dirty="0">
                <a:solidFill>
                  <a:schemeClr val="bg1"/>
                </a:solidFill>
              </a:rPr>
              <a:t> de ce dernier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Le reste pour les tests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2F21AA-EDE6-E64F-D737-0C9797060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33" y="3476716"/>
            <a:ext cx="7437765" cy="8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8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DAF2B4-3736-BD1D-EBF6-CDE0950C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1002C8D-EF29-0D37-028A-3336B020E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2E47B59-9B7E-CBA1-A3AF-114B80B7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 err="1">
                <a:solidFill>
                  <a:schemeClr val="tx2"/>
                </a:solidFill>
              </a:rPr>
              <a:t>Expérimentation</a:t>
            </a:r>
            <a:r>
              <a:rPr lang="en-US" sz="3700" b="1" dirty="0">
                <a:solidFill>
                  <a:schemeClr val="tx2"/>
                </a:solidFill>
              </a:rPr>
              <a:t> de </a:t>
            </a:r>
            <a:r>
              <a:rPr lang="en-US" sz="3700" b="1" dirty="0" err="1">
                <a:solidFill>
                  <a:schemeClr val="tx2"/>
                </a:solidFill>
              </a:rPr>
              <a:t>modèles</a:t>
            </a:r>
            <a:r>
              <a:rPr lang="en-US" sz="3700" b="1" dirty="0">
                <a:solidFill>
                  <a:schemeClr val="tx2"/>
                </a:solidFill>
              </a:rPr>
              <a:t> :</a:t>
            </a:r>
            <a:endParaRPr lang="en-US" sz="3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81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D920C-AB24-286D-768E-E84ABDDE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15D8F1-2BAA-60DC-3561-953A8C13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Modèles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simples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506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2F414-356F-CD79-95AE-71BF7534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E6FD1C4-E00E-5DEF-FDA3-6B494C43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C0619B-8449-E0F5-3545-095FFA430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C5279BD-4529-FC0A-F99E-2A800C880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836823-852C-E313-560E-141287AE4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6A4DEE2-AAFC-0665-75DE-CE0A5A900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7D8F780-A6E4-5088-E07F-06E5C91C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260098"/>
            <a:ext cx="7208197" cy="8199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Modèles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simples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C3584C-2B2F-10B7-7379-2FD40A0CE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0993C0D-B6AB-015C-BF2E-E42864024FA1}"/>
              </a:ext>
            </a:extLst>
          </p:cNvPr>
          <p:cNvSpPr txBox="1"/>
          <p:nvPr/>
        </p:nvSpPr>
        <p:spPr>
          <a:xfrm>
            <a:off x="2179561" y="1532174"/>
            <a:ext cx="366728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Régression logistique + Random </a:t>
            </a:r>
            <a:r>
              <a:rPr lang="fr-FR" sz="1600" i="1" dirty="0" err="1">
                <a:solidFill>
                  <a:schemeClr val="bg1"/>
                </a:solidFill>
              </a:rPr>
              <a:t>forest</a:t>
            </a:r>
            <a:r>
              <a:rPr lang="fr-FR" sz="1600" i="1" dirty="0">
                <a:solidFill>
                  <a:schemeClr val="bg1"/>
                </a:solidFill>
              </a:rPr>
              <a:t> :</a:t>
            </a:r>
          </a:p>
          <a:p>
            <a:endParaRPr lang="fr-FR" sz="1600" i="1" dirty="0">
              <a:solidFill>
                <a:schemeClr val="bg1"/>
              </a:solidFill>
            </a:endParaRPr>
          </a:p>
          <a:p>
            <a:r>
              <a:rPr lang="fr-FR" sz="1600" i="1" dirty="0">
                <a:solidFill>
                  <a:schemeClr val="bg1"/>
                </a:solidFill>
              </a:rPr>
              <a:t>Pourquoi ?</a:t>
            </a:r>
          </a:p>
          <a:p>
            <a:endParaRPr lang="fr-FR" sz="1600" i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Entrainement rapide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i="1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DB08F7C-96B6-5E84-5D7B-6556E657F41C}"/>
              </a:ext>
            </a:extLst>
          </p:cNvPr>
          <p:cNvSpPr txBox="1"/>
          <p:nvPr/>
        </p:nvSpPr>
        <p:spPr>
          <a:xfrm>
            <a:off x="2179561" y="4138731"/>
            <a:ext cx="1045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Pipeline : </a:t>
            </a:r>
          </a:p>
        </p:txBody>
      </p:sp>
    </p:spTree>
    <p:extLst>
      <p:ext uri="{BB962C8B-B14F-4D97-AF65-F5344CB8AC3E}">
        <p14:creationId xmlns:p14="http://schemas.microsoft.com/office/powerpoint/2010/main" val="115355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429CDD-1941-EB30-B6AF-5833A035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B4D93A7-26A8-66D2-A7B6-87A71FE67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ECD2C8-9EC4-C761-E19A-9A4E3C466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6259F2B-165D-55D2-EA68-26D74CFE5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DE3471-9431-C7C5-6E8D-D8B7E5753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513BF0-F234-653A-F089-DE6006A0BB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D97332-DCDC-FCB3-6AFF-B06969754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33239"/>
            <a:ext cx="7208197" cy="8479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Modèles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avancés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0565594-2875-C3D5-363F-D7895144E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CAD35B1-885D-1742-72BA-D6F47AFBBC49}"/>
              </a:ext>
            </a:extLst>
          </p:cNvPr>
          <p:cNvSpPr txBox="1"/>
          <p:nvPr/>
        </p:nvSpPr>
        <p:spPr>
          <a:xfrm>
            <a:off x="2179561" y="1532174"/>
            <a:ext cx="2770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KERAS SIMPLE EMBEDDING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9D548C5-AB9F-5CAB-3662-53D3C75D4C2B}"/>
              </a:ext>
            </a:extLst>
          </p:cNvPr>
          <p:cNvSpPr txBox="1"/>
          <p:nvPr/>
        </p:nvSpPr>
        <p:spPr>
          <a:xfrm>
            <a:off x="2179561" y="2184915"/>
            <a:ext cx="1491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Réseau simple</a:t>
            </a:r>
          </a:p>
        </p:txBody>
      </p:sp>
    </p:spTree>
    <p:extLst>
      <p:ext uri="{BB962C8B-B14F-4D97-AF65-F5344CB8AC3E}">
        <p14:creationId xmlns:p14="http://schemas.microsoft.com/office/powerpoint/2010/main" val="4141653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A6415B-1A70-4D2F-FCB4-922F140E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4B8AC82-66FF-2726-6E4E-70D2E8AAF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70DD2-4919-A180-3F8B-D47502262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B12B4AC-6CAD-729B-A337-6CF40847C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7067E7A-4407-950D-7FD7-595B054F5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596E3A-E2D1-8629-C7B9-31FAD8CF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9166C9-B54F-951D-2AB3-648934491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33975"/>
            <a:ext cx="7208197" cy="84645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Modèles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avancés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>
                <a:solidFill>
                  <a:srgbClr val="FFFFFF"/>
                </a:solidFill>
              </a:rPr>
              <a:t>: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86FAF96-8F3A-375D-E43F-DB677CCCC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3E7FB06-95FD-8DBE-1AD3-5C9769CE3CC7}"/>
              </a:ext>
            </a:extLst>
          </p:cNvPr>
          <p:cNvSpPr txBox="1"/>
          <p:nvPr/>
        </p:nvSpPr>
        <p:spPr>
          <a:xfrm>
            <a:off x="2179561" y="1198688"/>
            <a:ext cx="41124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KERAS + LSTM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</a:rPr>
              <a:t>Réseau de neurones simple + </a:t>
            </a:r>
            <a:r>
              <a:rPr lang="fr-FR" sz="1600" dirty="0" err="1">
                <a:solidFill>
                  <a:schemeClr val="bg1"/>
                </a:solidFill>
              </a:rPr>
              <a:t>embedding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441955D-E1C2-2DF5-040C-C8A7A944F477}"/>
              </a:ext>
            </a:extLst>
          </p:cNvPr>
          <p:cNvSpPr txBox="1"/>
          <p:nvPr/>
        </p:nvSpPr>
        <p:spPr>
          <a:xfrm>
            <a:off x="2179561" y="2861842"/>
            <a:ext cx="3905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LSTM + EMBEDDING SUPPLEMENTAIRE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DD1E7BC-5469-4E0E-DD9A-77BF7019BF8B}"/>
              </a:ext>
            </a:extLst>
          </p:cNvPr>
          <p:cNvSpPr txBox="1"/>
          <p:nvPr/>
        </p:nvSpPr>
        <p:spPr>
          <a:xfrm>
            <a:off x="3517295" y="3410331"/>
            <a:ext cx="9550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i="1" dirty="0" err="1">
                <a:solidFill>
                  <a:schemeClr val="bg1"/>
                </a:solidFill>
              </a:rPr>
              <a:t>FastText</a:t>
            </a:r>
            <a:endParaRPr lang="fr-FR" sz="1600" b="1" i="1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AFC9C94-763C-93C8-F0B9-1947CB1A0AE2}"/>
              </a:ext>
            </a:extLst>
          </p:cNvPr>
          <p:cNvSpPr txBox="1"/>
          <p:nvPr/>
        </p:nvSpPr>
        <p:spPr>
          <a:xfrm>
            <a:off x="3517295" y="3881119"/>
            <a:ext cx="11361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i="1" dirty="0">
                <a:solidFill>
                  <a:schemeClr val="bg1"/>
                </a:solidFill>
              </a:rPr>
              <a:t>Word2Vec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238F0E-2212-96C9-ADB0-8FCB9DE42A3B}"/>
              </a:ext>
            </a:extLst>
          </p:cNvPr>
          <p:cNvSpPr txBox="1"/>
          <p:nvPr/>
        </p:nvSpPr>
        <p:spPr>
          <a:xfrm>
            <a:off x="2179561" y="4809933"/>
            <a:ext cx="7877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 i="1" dirty="0" err="1">
                <a:solidFill>
                  <a:schemeClr val="bg1"/>
                </a:solidFill>
              </a:rPr>
              <a:t>DistilBERT</a:t>
            </a:r>
            <a:r>
              <a:rPr lang="fr-FR" sz="1600" b="1" i="1" dirty="0">
                <a:solidFill>
                  <a:schemeClr val="bg1"/>
                </a:solidFill>
              </a:rPr>
              <a:t>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</a:rPr>
              <a:t>Modèle Transformer pré-entrainé (évaluation de l’apport d’une architecture récente)</a:t>
            </a:r>
          </a:p>
        </p:txBody>
      </p:sp>
    </p:spTree>
    <p:extLst>
      <p:ext uri="{BB962C8B-B14F-4D97-AF65-F5344CB8AC3E}">
        <p14:creationId xmlns:p14="http://schemas.microsoft.com/office/powerpoint/2010/main" val="2503131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F7971D-6908-F754-73FD-2968A8AA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C3279FF8-2618-ED67-3ACB-9DF107BA5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390768-A73B-BB7D-8548-D537EF29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 err="1">
                <a:solidFill>
                  <a:schemeClr val="tx2"/>
                </a:solidFill>
              </a:rPr>
              <a:t>Traitement</a:t>
            </a:r>
            <a:r>
              <a:rPr lang="en-US" sz="3700" b="1" dirty="0">
                <a:solidFill>
                  <a:schemeClr val="tx2"/>
                </a:solidFill>
              </a:rPr>
              <a:t> </a:t>
            </a:r>
            <a:r>
              <a:rPr lang="en-US" sz="3700" b="1" dirty="0" err="1">
                <a:solidFill>
                  <a:schemeClr val="tx2"/>
                </a:solidFill>
              </a:rPr>
              <a:t>MLFlow</a:t>
            </a:r>
            <a:r>
              <a:rPr lang="en-US" sz="3700" b="1" dirty="0">
                <a:solidFill>
                  <a:schemeClr val="tx2"/>
                </a:solidFill>
              </a:rPr>
              <a:t> :</a:t>
            </a:r>
            <a:endParaRPr lang="en-US" sz="3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75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5B101D-BAE1-35B6-04AA-E00014877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E404EB6-CA27-1F62-3809-478B8C932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BA7A8A-F644-08F2-B549-407AD5AB1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62A7C31-4D74-EDE6-06E6-954BCA718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01D7E6-B8A1-F2EB-6413-1E8A67E19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A428EBB-D40A-E08D-CE97-AF87A4AEA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D1841A-32EB-CBFE-67E7-381CAE0D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397" y="2833094"/>
            <a:ext cx="7208197" cy="7735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Qu’est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ce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c’est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?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E991F2A-794F-9C46-246A-BDA93F041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14F5E96-DBC1-E57F-7DF2-9E5F6FC650ED}"/>
              </a:ext>
            </a:extLst>
          </p:cNvPr>
          <p:cNvSpPr txBox="1"/>
          <p:nvPr/>
        </p:nvSpPr>
        <p:spPr>
          <a:xfrm>
            <a:off x="2244000" y="3606667"/>
            <a:ext cx="5155129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err="1">
                <a:solidFill>
                  <a:schemeClr val="bg1"/>
                </a:solidFill>
              </a:rPr>
              <a:t>Tracking</a:t>
            </a:r>
            <a:r>
              <a:rPr lang="fr-FR" b="1" dirty="0">
                <a:solidFill>
                  <a:schemeClr val="bg1"/>
                </a:solidFill>
              </a:rPr>
              <a:t> automatique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 err="1">
                <a:solidFill>
                  <a:schemeClr val="bg1"/>
                </a:solidFill>
              </a:rPr>
              <a:t>Tracabilité</a:t>
            </a:r>
            <a:r>
              <a:rPr lang="fr-FR" b="1" dirty="0">
                <a:solidFill>
                  <a:schemeClr val="bg1"/>
                </a:solidFill>
              </a:rPr>
              <a:t> : enregistrement et centralisation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Interface : comparaison très visuelle</a:t>
            </a:r>
          </a:p>
        </p:txBody>
      </p:sp>
    </p:spTree>
    <p:extLst>
      <p:ext uri="{BB962C8B-B14F-4D97-AF65-F5344CB8AC3E}">
        <p14:creationId xmlns:p14="http://schemas.microsoft.com/office/powerpoint/2010/main" val="4201792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E33A50-C419-63AE-2B12-6D658CB34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1ABF7CE-943E-920D-D259-19B70F38F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29C541-D6E6-1991-FDFA-05D3EE39F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45057C-8592-E77A-911E-76557E93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01DB54B-F141-650D-4AC0-87F6E7CDF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E348C8B-5E7E-2431-154E-5CDC528EB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0E252B7-16E1-80EA-F2AA-0D023B574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54" y="0"/>
            <a:ext cx="7208197" cy="7739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Tracking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4E1FAB3-A8E0-425E-5247-27268784A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D5B6FCB-1B82-5F20-F648-24B7BCEBB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189" y="1437766"/>
            <a:ext cx="9967618" cy="237931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7A9F2B4-B320-D4D7-CC7C-0643C21A952A}"/>
              </a:ext>
            </a:extLst>
          </p:cNvPr>
          <p:cNvSpPr txBox="1"/>
          <p:nvPr/>
        </p:nvSpPr>
        <p:spPr>
          <a:xfrm>
            <a:off x="1112182" y="3817082"/>
            <a:ext cx="564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Interface </a:t>
            </a:r>
            <a:r>
              <a:rPr lang="fr-FR" b="1" dirty="0" err="1">
                <a:solidFill>
                  <a:schemeClr val="bg1"/>
                </a:solidFill>
              </a:rPr>
              <a:t>mlflow</a:t>
            </a:r>
            <a:r>
              <a:rPr lang="fr-FR" b="1" dirty="0">
                <a:solidFill>
                  <a:schemeClr val="bg1"/>
                </a:solidFill>
              </a:rPr>
              <a:t> : trace des différents tests résumés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C8A77C6-23A0-0672-7A3C-8474DE0E0DA5}"/>
              </a:ext>
            </a:extLst>
          </p:cNvPr>
          <p:cNvSpPr txBox="1"/>
          <p:nvPr/>
        </p:nvSpPr>
        <p:spPr>
          <a:xfrm>
            <a:off x="3275321" y="5050902"/>
            <a:ext cx="5641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Interface </a:t>
            </a:r>
            <a:r>
              <a:rPr lang="fr-FR" b="1" dirty="0" err="1">
                <a:solidFill>
                  <a:schemeClr val="bg1"/>
                </a:solidFill>
              </a:rPr>
              <a:t>mlflow</a:t>
            </a:r>
            <a:r>
              <a:rPr lang="fr-FR" b="1" dirty="0">
                <a:solidFill>
                  <a:schemeClr val="bg1"/>
                </a:solidFill>
              </a:rPr>
              <a:t> : trace des différents tests résumés</a:t>
            </a:r>
          </a:p>
        </p:txBody>
      </p:sp>
    </p:spTree>
    <p:extLst>
      <p:ext uri="{BB962C8B-B14F-4D97-AF65-F5344CB8AC3E}">
        <p14:creationId xmlns:p14="http://schemas.microsoft.com/office/powerpoint/2010/main" val="363380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BE1E2-2440-EC8B-1F29-CB98BDD7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23EB330-9770-3207-FFF6-64DDEF517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113AAE-175D-DB68-95D2-6A6A8BD95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2C27599-2176-AA75-7B9B-6E4ABA8FD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B10B57-5AE8-2C83-133E-02133C865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72B3A0-4B3E-F21C-5EC6-0E58471B6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E24DF5-4DE6-7935-94D5-A32D1BDFA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3424" y="585024"/>
            <a:ext cx="7505147" cy="87961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Choix du </a:t>
            </a:r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modèle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LSTM KERAS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A4334E-CBDE-F88B-EF4E-EB3E377A5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99D863D-178E-168F-E65A-A22D1CD9A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380" y="2049660"/>
            <a:ext cx="9457240" cy="27586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8FB60F8-2820-8B68-9DD4-AD0306F3C1A0}"/>
              </a:ext>
            </a:extLst>
          </p:cNvPr>
          <p:cNvSpPr txBox="1"/>
          <p:nvPr/>
        </p:nvSpPr>
        <p:spPr>
          <a:xfrm>
            <a:off x="2939139" y="5050902"/>
            <a:ext cx="6313716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Meilleur </a:t>
            </a:r>
            <a:r>
              <a:rPr lang="fr-FR" b="1" dirty="0" err="1">
                <a:solidFill>
                  <a:schemeClr val="bg1"/>
                </a:solidFill>
              </a:rPr>
              <a:t>accuracy</a:t>
            </a:r>
            <a:r>
              <a:rPr lang="fr-FR" b="1" dirty="0">
                <a:solidFill>
                  <a:schemeClr val="bg1"/>
                </a:solidFill>
              </a:rPr>
              <a:t> (peut être du aux paramètres)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</a:rPr>
              <a:t>Durée d’entrainement imbattable par rapport aux autres</a:t>
            </a:r>
          </a:p>
        </p:txBody>
      </p:sp>
    </p:spTree>
    <p:extLst>
      <p:ext uri="{BB962C8B-B14F-4D97-AF65-F5344CB8AC3E}">
        <p14:creationId xmlns:p14="http://schemas.microsoft.com/office/powerpoint/2010/main" val="3443553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61BBC-BF4C-7F82-F868-EB00DF08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EBD9997C-B96C-31D9-4F24-6A7EEE6F5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B4991F-F6FF-FAA1-782C-E3CFB15C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>
                <a:solidFill>
                  <a:schemeClr val="tx2"/>
                </a:solidFill>
              </a:rPr>
              <a:t>Modules :</a:t>
            </a:r>
          </a:p>
        </p:txBody>
      </p:sp>
    </p:spTree>
    <p:extLst>
      <p:ext uri="{BB962C8B-B14F-4D97-AF65-F5344CB8AC3E}">
        <p14:creationId xmlns:p14="http://schemas.microsoft.com/office/powerpoint/2010/main" val="680446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86AAF-4821-895B-ACB6-2579E92F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CCDA02C-434D-78F9-CAE8-371597682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53D878-2007-CFAA-2112-BD2AFFC2A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D6C5DF5-1DC7-76E0-BD1E-1A3A6A6E0A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50DDF4-8D69-B3AB-202F-CC40B2B6A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F738B14-EC28-6A4A-85EB-AC30AD90C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38B720-16F5-FA03-43BF-85658CCC3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1" y="0"/>
            <a:ext cx="7208197" cy="81677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3C7D0C2-2305-F3FA-A996-016ED3351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C0D3AF8-CB11-A929-526E-DEECF7296150}"/>
              </a:ext>
            </a:extLst>
          </p:cNvPr>
          <p:cNvSpPr txBox="1"/>
          <p:nvPr/>
        </p:nvSpPr>
        <p:spPr>
          <a:xfrm>
            <a:off x="2179561" y="1532174"/>
            <a:ext cx="21684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Utilisation de </a:t>
            </a:r>
            <a:r>
              <a:rPr lang="fr-FR" sz="1600" i="1" dirty="0" err="1">
                <a:solidFill>
                  <a:schemeClr val="bg1"/>
                </a:solidFill>
              </a:rPr>
              <a:t>FastAPI</a:t>
            </a:r>
            <a:r>
              <a:rPr lang="fr-FR" sz="1600" i="1" dirty="0">
                <a:solidFill>
                  <a:schemeClr val="bg1"/>
                </a:solidFill>
              </a:rPr>
              <a:t> 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79ED69E-4763-A4AC-0CAF-F3AE243A8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287" y="2240445"/>
            <a:ext cx="5544894" cy="284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24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4A066-AC8B-57AF-246F-6DDB5EEDD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61ED73F8-3B41-33BB-3286-A016FFDCF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A21873-2225-1511-6972-3F2A6BF5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8D828D8-1EE0-CF91-FBEA-73187E656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B0499B-28D8-8F88-DC8C-E545A7424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4729C5-605E-11C0-D6C9-B50C18E2C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7D10AA-2E86-C062-3B65-3600234B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1" y="0"/>
            <a:ext cx="7208197" cy="7984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Interface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0AB72F-389B-2300-4A58-36467C73D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C2EB45-8B89-E394-7C7E-DEC4146DC204}"/>
              </a:ext>
            </a:extLst>
          </p:cNvPr>
          <p:cNvSpPr txBox="1"/>
          <p:nvPr/>
        </p:nvSpPr>
        <p:spPr>
          <a:xfrm>
            <a:off x="2179561" y="1532174"/>
            <a:ext cx="2278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Utilisation de </a:t>
            </a:r>
            <a:r>
              <a:rPr lang="fr-FR" sz="1600" i="1" dirty="0" err="1">
                <a:solidFill>
                  <a:schemeClr val="bg1"/>
                </a:solidFill>
              </a:rPr>
              <a:t>streamlit</a:t>
            </a:r>
            <a:r>
              <a:rPr lang="fr-FR" sz="1600" i="1" dirty="0">
                <a:solidFill>
                  <a:schemeClr val="bg1"/>
                </a:solidFill>
              </a:rPr>
              <a:t> 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B3435C6-E786-E507-CD99-F3F4C88E2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92" y="2362468"/>
            <a:ext cx="7208197" cy="403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871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E1A8D-3B97-6616-44B1-EA76369A5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C7E9304B-5F96-D7FA-6A46-2DD6661B7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EC16232-AC4E-4488-D591-3E3CF631B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>
                <a:solidFill>
                  <a:schemeClr val="tx2"/>
                </a:solidFill>
              </a:rPr>
              <a:t>Cloud :</a:t>
            </a:r>
          </a:p>
        </p:txBody>
      </p:sp>
    </p:spTree>
    <p:extLst>
      <p:ext uri="{BB962C8B-B14F-4D97-AF65-F5344CB8AC3E}">
        <p14:creationId xmlns:p14="http://schemas.microsoft.com/office/powerpoint/2010/main" val="2728533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0E9B0-7D7D-61CC-6120-4B34DAD14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E24FE3C-E4AE-0592-9363-E4F6E0838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330944-80C0-72B3-4FA6-5723528AB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06576B9-5A4C-92B2-F4EA-E991CD4C1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F1D5132-510B-A395-931B-1611DF5DE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264A93-F958-EE68-8D71-26AE01F47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B262D6-96BD-CB3F-1777-EA402098F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803" y="1201002"/>
            <a:ext cx="7208197" cy="27796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Déploiement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0870CFA-3036-9CA1-5E6A-F0F798D1F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56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B7B56-6AD9-5756-73E6-5A4496526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C467895-5E85-48E7-AEAB-D7B9A8ECA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92405D-2FFC-F253-331A-D1C563B5D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DBC4F2E-9794-CCD3-FBE8-4EF4DD6A4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1F9FAA-28CD-1F1A-E8C1-2330B6C0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22B040B-AA98-32C2-E298-DC525991F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58CD41-1D4F-0809-2054-BF6D70A65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0"/>
            <a:ext cx="7208197" cy="8594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Déploiement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API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A29789-AF1F-794A-557D-4FD687BB8B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DE0DA6E-3DF1-FCD4-34C1-7D9AB766FB76}"/>
              </a:ext>
            </a:extLst>
          </p:cNvPr>
          <p:cNvSpPr txBox="1"/>
          <p:nvPr/>
        </p:nvSpPr>
        <p:spPr>
          <a:xfrm>
            <a:off x="2179561" y="1532174"/>
            <a:ext cx="39252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Utilisation de Azure comme solution cloud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6E50C01-85C0-20EE-EA10-6CD899769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1" t="38994" r="883" b="276"/>
          <a:stretch>
            <a:fillRect/>
          </a:stretch>
        </p:blipFill>
        <p:spPr>
          <a:xfrm>
            <a:off x="5591124" y="2448398"/>
            <a:ext cx="6168415" cy="259029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C0AC574-41E5-0CC6-C913-BBF3EA7E3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25" y="2153040"/>
            <a:ext cx="4639201" cy="318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77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34AB97-46BE-3502-C12D-C063E328D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4D3A234-32E4-75D5-F042-49A30E5F5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6DC31A-0F81-C08B-89C1-551748F35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92748A9-95E1-FCC5-AC4F-61160E203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FB4DC9F-15C9-8A00-CCF5-438E6784F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F2A800-82E6-E375-42E1-0626810ED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A854CC-D046-2111-498E-50DBBA8AC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61" y="0"/>
            <a:ext cx="7208197" cy="8594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Déploiement</a:t>
            </a:r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: Interface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90047D-7D77-1BEF-7958-D62F1BBE0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5C373E2-341A-7C80-9AC8-6B95325647D4}"/>
              </a:ext>
            </a:extLst>
          </p:cNvPr>
          <p:cNvSpPr txBox="1"/>
          <p:nvPr/>
        </p:nvSpPr>
        <p:spPr>
          <a:xfrm>
            <a:off x="2179561" y="1532174"/>
            <a:ext cx="39533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Utilisation de la solution cloud de </a:t>
            </a:r>
            <a:r>
              <a:rPr lang="fr-FR" sz="1600" i="1" dirty="0" err="1">
                <a:solidFill>
                  <a:schemeClr val="bg1"/>
                </a:solidFill>
              </a:rPr>
              <a:t>streamlit</a:t>
            </a:r>
            <a:endParaRPr lang="fr-FR" sz="1600" i="1" dirty="0">
              <a:solidFill>
                <a:schemeClr val="bg1"/>
              </a:solidFill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CBEC69A-1C6B-1D46-5BD7-449DDC746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91"/>
          <a:stretch>
            <a:fillRect/>
          </a:stretch>
        </p:blipFill>
        <p:spPr>
          <a:xfrm>
            <a:off x="3646821" y="2662177"/>
            <a:ext cx="5001618" cy="282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35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97EE3-7842-CCCC-6E35-22F3A7C86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46C2005-01F6-AB58-5461-37CA07EA5A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F5402C-E8BC-E27C-5C65-50D61367A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1DB7C3B-9F03-9D0E-FB36-ECB307BBB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094FA7-4EF1-EB84-0864-2DEFA838C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53C63A-1E6A-9C17-170F-6906CA754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BA204D-8037-B15C-9FC9-7B38F19E3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61" y="-4"/>
            <a:ext cx="7208197" cy="824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Mise à jour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64370F6-3F10-267D-9F59-DBBCC2B98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793396F-4705-0B60-F250-B52970A76F87}"/>
              </a:ext>
            </a:extLst>
          </p:cNvPr>
          <p:cNvSpPr txBox="1"/>
          <p:nvPr/>
        </p:nvSpPr>
        <p:spPr>
          <a:xfrm>
            <a:off x="2179561" y="1532174"/>
            <a:ext cx="62603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Utilisation des GitHub Actions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Automatisation du déploiement d’une mise à jour du modèle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Tests automatiques avant déploiement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BAE589C-ADCE-7F94-DFE9-25F784F49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0751" y="2309133"/>
            <a:ext cx="3306299" cy="110085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71CEE78-F228-2B08-02A1-9CCC1508E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306" y="2649511"/>
            <a:ext cx="4818924" cy="260449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6477BE1-B3A4-4593-C4E3-711A98217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7" t="28024" r="59864"/>
          <a:stretch>
            <a:fillRect/>
          </a:stretch>
        </p:blipFill>
        <p:spPr>
          <a:xfrm>
            <a:off x="8305544" y="3609677"/>
            <a:ext cx="2036712" cy="216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5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AFABE-81B5-4192-B336-22EDE6B38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1D4D1BB-8377-EA20-E418-4D4D4509E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720740-EB66-B933-A54D-F4013F6D9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B38A85FA-B950-E61B-FD84-9A40D1C06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2D76DC-8214-C68D-7F63-C838082DF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0CD4D84-D116-6051-3ABB-E80874B23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870173A-C5C8-B421-BDC9-06E42BDD5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454" y="-4"/>
            <a:ext cx="7208197" cy="8599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Suivi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8065243-1843-8E1D-F748-FC07ADB08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D0259A2-AE68-2D7B-BEC2-C63501CF0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079" y="2767525"/>
            <a:ext cx="4818460" cy="355379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BAA42D4-1BE5-5097-AA0D-553BACCBFDB0}"/>
              </a:ext>
            </a:extLst>
          </p:cNvPr>
          <p:cNvSpPr txBox="1"/>
          <p:nvPr/>
        </p:nvSpPr>
        <p:spPr>
          <a:xfrm>
            <a:off x="2179561" y="1532174"/>
            <a:ext cx="7402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Utilisation de Azure Insight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i="1" dirty="0">
                <a:solidFill>
                  <a:schemeClr val="bg1"/>
                </a:solidFill>
              </a:rPr>
              <a:t>Règle défini (envoie de mail si 2 ou plus d’alertes de mauvaise prédiction)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5324928-32B3-811D-5511-0C79539F9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634" y="2767524"/>
            <a:ext cx="4248288" cy="79454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7CA8700-98F2-C36F-BE1E-967ED8A78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634" y="3562065"/>
            <a:ext cx="4248288" cy="273231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52D0945-30BC-0BB3-F872-585C28526054}"/>
              </a:ext>
            </a:extLst>
          </p:cNvPr>
          <p:cNvSpPr txBox="1"/>
          <p:nvPr/>
        </p:nvSpPr>
        <p:spPr>
          <a:xfrm>
            <a:off x="6876371" y="2428970"/>
            <a:ext cx="2514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Exemple d’un mail envoyé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09A67BE-17C7-A27B-F993-61B860381AC0}"/>
              </a:ext>
            </a:extLst>
          </p:cNvPr>
          <p:cNvSpPr txBox="1"/>
          <p:nvPr/>
        </p:nvSpPr>
        <p:spPr>
          <a:xfrm>
            <a:off x="1543634" y="2428970"/>
            <a:ext cx="30018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i="1" dirty="0">
                <a:solidFill>
                  <a:schemeClr val="bg1"/>
                </a:solidFill>
              </a:rPr>
              <a:t>Table de paramétrage de l’alerte</a:t>
            </a:r>
          </a:p>
        </p:txBody>
      </p:sp>
    </p:spTree>
    <p:extLst>
      <p:ext uri="{BB962C8B-B14F-4D97-AF65-F5344CB8AC3E}">
        <p14:creationId xmlns:p14="http://schemas.microsoft.com/office/powerpoint/2010/main" val="579652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89CACD-6E80-0476-54F8-8764C4EB7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B2F416D8-E5A9-3FCC-7F7D-E36813A86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1594" y="2311110"/>
            <a:ext cx="7028812" cy="2235780"/>
          </a:xfrm>
          <a:custGeom>
            <a:avLst/>
            <a:gdLst>
              <a:gd name="connsiteX0" fmla="*/ 0 w 8935452"/>
              <a:gd name="connsiteY0" fmla="*/ 0 h 3735526"/>
              <a:gd name="connsiteX1" fmla="*/ 8935452 w 8935452"/>
              <a:gd name="connsiteY1" fmla="*/ 0 h 3735526"/>
              <a:gd name="connsiteX2" fmla="*/ 8935452 w 8935452"/>
              <a:gd name="connsiteY2" fmla="*/ 3384463 h 3735526"/>
              <a:gd name="connsiteX3" fmla="*/ 4674433 w 8935452"/>
              <a:gd name="connsiteY3" fmla="*/ 3384463 h 3735526"/>
              <a:gd name="connsiteX4" fmla="*/ 4470816 w 8935452"/>
              <a:gd name="connsiteY4" fmla="*/ 3735526 h 3735526"/>
              <a:gd name="connsiteX5" fmla="*/ 4267200 w 8935452"/>
              <a:gd name="connsiteY5" fmla="*/ 3384463 h 3735526"/>
              <a:gd name="connsiteX6" fmla="*/ 0 w 8935452"/>
              <a:gd name="connsiteY6" fmla="*/ 3384463 h 373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35452" h="3735526">
                <a:moveTo>
                  <a:pt x="0" y="0"/>
                </a:moveTo>
                <a:lnTo>
                  <a:pt x="8935452" y="0"/>
                </a:lnTo>
                <a:lnTo>
                  <a:pt x="8935452" y="3384463"/>
                </a:lnTo>
                <a:lnTo>
                  <a:pt x="4674433" y="3384463"/>
                </a:lnTo>
                <a:lnTo>
                  <a:pt x="4470816" y="3735526"/>
                </a:lnTo>
                <a:lnTo>
                  <a:pt x="4267200" y="3384463"/>
                </a:lnTo>
                <a:lnTo>
                  <a:pt x="0" y="3384463"/>
                </a:lnTo>
                <a:close/>
              </a:path>
            </a:pathLst>
          </a:custGeom>
          <a:solidFill>
            <a:schemeClr val="bg2"/>
          </a:solidFill>
          <a:ln w="190500" cap="sq" cmpd="thinThick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D83586-EBB8-678B-7D20-649C733A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062" y="2486025"/>
            <a:ext cx="5857875" cy="1676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700" b="1" dirty="0">
                <a:solidFill>
                  <a:schemeClr val="tx2"/>
                </a:solidFill>
              </a:rPr>
              <a:t>Conclusion :</a:t>
            </a:r>
          </a:p>
        </p:txBody>
      </p:sp>
    </p:spTree>
    <p:extLst>
      <p:ext uri="{BB962C8B-B14F-4D97-AF65-F5344CB8AC3E}">
        <p14:creationId xmlns:p14="http://schemas.microsoft.com/office/powerpoint/2010/main" val="14600983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3768</TotalTime>
  <Words>396</Words>
  <Application>Microsoft Office PowerPoint</Application>
  <PresentationFormat>Grand écran</PresentationFormat>
  <Paragraphs>89</Paragraphs>
  <Slides>26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Thème Office</vt:lpstr>
      <vt:lpstr>Projet : Réalisez une analyse de sentiments grâce au Deep Learning</vt:lpstr>
      <vt:lpstr>Sommaire :</vt:lpstr>
      <vt:lpstr>Jeu de données :</vt:lpstr>
      <vt:lpstr>Présentation</vt:lpstr>
      <vt:lpstr>Pré-traitements </vt:lpstr>
      <vt:lpstr>Pré-traitements : néttoyage </vt:lpstr>
      <vt:lpstr>Pré-traitements : pré-entrainement </vt:lpstr>
      <vt:lpstr>Expérimentation de modèles :</vt:lpstr>
      <vt:lpstr>Modèles simples</vt:lpstr>
      <vt:lpstr>Modèles simples</vt:lpstr>
      <vt:lpstr>Modèles avancés</vt:lpstr>
      <vt:lpstr>Modèles avancés :</vt:lpstr>
      <vt:lpstr>Traitement MLFlow :</vt:lpstr>
      <vt:lpstr>Qu’est ce que c’est ?</vt:lpstr>
      <vt:lpstr>Tracking</vt:lpstr>
      <vt:lpstr>Choix du modèle : LSTM KERAS</vt:lpstr>
      <vt:lpstr>Modules :</vt:lpstr>
      <vt:lpstr>API</vt:lpstr>
      <vt:lpstr>Interface</vt:lpstr>
      <vt:lpstr>Cloud :</vt:lpstr>
      <vt:lpstr>Déploiement</vt:lpstr>
      <vt:lpstr>Déploiement : API</vt:lpstr>
      <vt:lpstr>Déploiement : Interface</vt:lpstr>
      <vt:lpstr>Mise à jour</vt:lpstr>
      <vt:lpstr>Suivi</vt:lpstr>
      <vt:lpstr>Conclusion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C</dc:creator>
  <cp:lastModifiedBy>Allan C</cp:lastModifiedBy>
  <cp:revision>1</cp:revision>
  <dcterms:created xsi:type="dcterms:W3CDTF">2026-03-27T13:38:51Z</dcterms:created>
  <dcterms:modified xsi:type="dcterms:W3CDTF">2026-07-24T08:17:04Z</dcterms:modified>
</cp:coreProperties>
</file>